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66" r:id="rId5"/>
    <p:sldId id="2147470985" r:id="rId6"/>
    <p:sldId id="2147470989" r:id="rId7"/>
    <p:sldId id="2147470973" r:id="rId8"/>
    <p:sldId id="2147471004" r:id="rId9"/>
    <p:sldId id="2147470990" r:id="rId10"/>
    <p:sldId id="2147470998" r:id="rId11"/>
    <p:sldId id="2147470999" r:id="rId12"/>
    <p:sldId id="2147471000" r:id="rId13"/>
    <p:sldId id="2147470993" r:id="rId14"/>
    <p:sldId id="2147471001" r:id="rId15"/>
    <p:sldId id="2147470995" r:id="rId16"/>
    <p:sldId id="2147471002" r:id="rId17"/>
    <p:sldId id="2147470975" r:id="rId18"/>
    <p:sldId id="2147470984" r:id="rId19"/>
    <p:sldId id="2147470987" r:id="rId20"/>
    <p:sldId id="2147471003" r:id="rId21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5D22AA-BAF0-56D9-33D4-72694B46DF39}" name="Guo, Wangyang" initials="GW" userId="S::wangyang.guo@intel.com::3eda147a-d38f-4296-8c63-a9fe5304352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, Wangyang" initials="GW" lastIdx="2" clrIdx="0">
    <p:extLst>
      <p:ext uri="{19B8F6BF-5375-455C-9EA6-DF929625EA0E}">
        <p15:presenceInfo xmlns:p15="http://schemas.microsoft.com/office/powerpoint/2012/main" userId="S::wangyang.guo@intel.com::3eda147a-d38f-4296-8c63-a9fe5304352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E8A583"/>
    <a:srgbClr val="FC6467"/>
    <a:srgbClr val="0068B5"/>
    <a:srgbClr val="FFFFFF"/>
    <a:srgbClr val="740000"/>
    <a:srgbClr val="00C7FD"/>
    <a:srgbClr val="2872C5"/>
    <a:srgbClr val="525252"/>
    <a:srgbClr val="004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398C1-E06B-49D1-A143-AD5084768011}" v="221" dt="2023-09-18T08:42:13.81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465" autoAdjust="0"/>
  </p:normalViewPr>
  <p:slideViewPr>
    <p:cSldViewPr snapToGrid="0">
      <p:cViewPr varScale="1">
        <p:scale>
          <a:sx n="78" d="100"/>
          <a:sy n="78" d="100"/>
        </p:scale>
        <p:origin x="6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, Yingxin" userId="1b1d5a7c-9f32-44a5-b5cd-0d28224007b5" providerId="ADAL" clId="{977398C1-E06B-49D1-A143-AD5084768011}"/>
    <pc:docChg chg="undo custSel addSld delSld modSld sldOrd">
      <pc:chgData name="Cheng, Yingxin" userId="1b1d5a7c-9f32-44a5-b5cd-0d28224007b5" providerId="ADAL" clId="{977398C1-E06B-49D1-A143-AD5084768011}" dt="2023-09-19T03:18:09.138" v="11265" actId="20577"/>
      <pc:docMkLst>
        <pc:docMk/>
      </pc:docMkLst>
      <pc:sldChg chg="modSp mod modNotesTx">
        <pc:chgData name="Cheng, Yingxin" userId="1b1d5a7c-9f32-44a5-b5cd-0d28224007b5" providerId="ADAL" clId="{977398C1-E06B-49D1-A143-AD5084768011}" dt="2023-09-19T03:17:35.967" v="11255" actId="20577"/>
        <pc:sldMkLst>
          <pc:docMk/>
          <pc:sldMk cId="3144644580" sldId="366"/>
        </pc:sldMkLst>
        <pc:spChg chg="mod">
          <ac:chgData name="Cheng, Yingxin" userId="1b1d5a7c-9f32-44a5-b5cd-0d28224007b5" providerId="ADAL" clId="{977398C1-E06B-49D1-A143-AD5084768011}" dt="2023-09-07T03:11:24.284" v="10294" actId="20577"/>
          <ac:spMkLst>
            <pc:docMk/>
            <pc:sldMk cId="3144644580" sldId="366"/>
            <ac:spMk id="5" creationId="{ACCE70A3-50D0-4EC3-BCFE-0FB6AC403B15}"/>
          </ac:spMkLst>
        </pc:spChg>
        <pc:spChg chg="mod">
          <ac:chgData name="Cheng, Yingxin" userId="1b1d5a7c-9f32-44a5-b5cd-0d28224007b5" providerId="ADAL" clId="{977398C1-E06B-49D1-A143-AD5084768011}" dt="2023-08-24T06:09:33.320" v="2533" actId="20577"/>
          <ac:spMkLst>
            <pc:docMk/>
            <pc:sldMk cId="3144644580" sldId="366"/>
            <ac:spMk id="7" creationId="{380F678E-59F1-435E-9594-36DDC3317D78}"/>
          </ac:spMkLst>
        </pc:spChg>
      </pc:sldChg>
      <pc:sldChg chg="addSp delSp modSp mod ord modNotesTx">
        <pc:chgData name="Cheng, Yingxin" userId="1b1d5a7c-9f32-44a5-b5cd-0d28224007b5" providerId="ADAL" clId="{977398C1-E06B-49D1-A143-AD5084768011}" dt="2023-09-19T03:17:47.987" v="11257" actId="20577"/>
        <pc:sldMkLst>
          <pc:docMk/>
          <pc:sldMk cId="1283074672" sldId="2147470973"/>
        </pc:sldMkLst>
        <pc:spChg chg="mod">
          <ac:chgData name="Cheng, Yingxin" userId="1b1d5a7c-9f32-44a5-b5cd-0d28224007b5" providerId="ADAL" clId="{977398C1-E06B-49D1-A143-AD5084768011}" dt="2023-08-31T09:07:41.470" v="5760" actId="20577"/>
          <ac:spMkLst>
            <pc:docMk/>
            <pc:sldMk cId="1283074672" sldId="2147470973"/>
            <ac:spMk id="2" creationId="{27FA014A-55AB-4347-85DE-2BBBBE85E591}"/>
          </ac:spMkLst>
        </pc:spChg>
        <pc:spChg chg="del">
          <ac:chgData name="Cheng, Yingxin" userId="1b1d5a7c-9f32-44a5-b5cd-0d28224007b5" providerId="ADAL" clId="{977398C1-E06B-49D1-A143-AD5084768011}" dt="2023-08-24T02:53:31.426" v="112" actId="478"/>
          <ac:spMkLst>
            <pc:docMk/>
            <pc:sldMk cId="1283074672" sldId="2147470973"/>
            <ac:spMk id="3" creationId="{C04FE33A-C54B-4B20-8C08-D0ADB8B0D963}"/>
          </ac:spMkLst>
        </pc:spChg>
        <pc:spChg chg="add mod">
          <ac:chgData name="Cheng, Yingxin" userId="1b1d5a7c-9f32-44a5-b5cd-0d28224007b5" providerId="ADAL" clId="{977398C1-E06B-49D1-A143-AD5084768011}" dt="2023-09-05T03:12:08.167" v="6607" actId="14100"/>
          <ac:spMkLst>
            <pc:docMk/>
            <pc:sldMk cId="1283074672" sldId="2147470973"/>
            <ac:spMk id="5" creationId="{8C138344-3608-0DD3-A4CB-276D2E11C6FC}"/>
          </ac:spMkLst>
        </pc:spChg>
        <pc:spChg chg="add del mod">
          <ac:chgData name="Cheng, Yingxin" userId="1b1d5a7c-9f32-44a5-b5cd-0d28224007b5" providerId="ADAL" clId="{977398C1-E06B-49D1-A143-AD5084768011}" dt="2023-08-24T02:53:34.104" v="113" actId="478"/>
          <ac:spMkLst>
            <pc:docMk/>
            <pc:sldMk cId="1283074672" sldId="2147470973"/>
            <ac:spMk id="6" creationId="{446C5A7C-5205-7635-5723-3CC213755804}"/>
          </ac:spMkLst>
        </pc:spChg>
        <pc:spChg chg="add mod">
          <ac:chgData name="Cheng, Yingxin" userId="1b1d5a7c-9f32-44a5-b5cd-0d28224007b5" providerId="ADAL" clId="{977398C1-E06B-49D1-A143-AD5084768011}" dt="2023-09-05T03:11:44.468" v="6597" actId="1076"/>
          <ac:spMkLst>
            <pc:docMk/>
            <pc:sldMk cId="1283074672" sldId="2147470973"/>
            <ac:spMk id="10" creationId="{728D5AED-7D29-3729-B23D-DC6D7E4B5987}"/>
          </ac:spMkLst>
        </pc:spChg>
        <pc:spChg chg="add mod">
          <ac:chgData name="Cheng, Yingxin" userId="1b1d5a7c-9f32-44a5-b5cd-0d28224007b5" providerId="ADAL" clId="{977398C1-E06B-49D1-A143-AD5084768011}" dt="2023-09-05T03:13:03.062" v="6621" actId="14100"/>
          <ac:spMkLst>
            <pc:docMk/>
            <pc:sldMk cId="1283074672" sldId="2147470973"/>
            <ac:spMk id="20" creationId="{4AC76F1F-160F-FC74-1B2E-86F6E89A3E67}"/>
          </ac:spMkLst>
        </pc:spChg>
        <pc:spChg chg="add mod">
          <ac:chgData name="Cheng, Yingxin" userId="1b1d5a7c-9f32-44a5-b5cd-0d28224007b5" providerId="ADAL" clId="{977398C1-E06B-49D1-A143-AD5084768011}" dt="2023-09-05T07:41:25.425" v="9083" actId="208"/>
          <ac:spMkLst>
            <pc:docMk/>
            <pc:sldMk cId="1283074672" sldId="2147470973"/>
            <ac:spMk id="27" creationId="{CF4BE9C9-0A96-73E3-FFC2-A087E3AD7BEE}"/>
          </ac:spMkLst>
        </pc:spChg>
        <pc:spChg chg="add mod">
          <ac:chgData name="Cheng, Yingxin" userId="1b1d5a7c-9f32-44a5-b5cd-0d28224007b5" providerId="ADAL" clId="{977398C1-E06B-49D1-A143-AD5084768011}" dt="2023-09-05T05:29:46.624" v="7524" actId="1076"/>
          <ac:spMkLst>
            <pc:docMk/>
            <pc:sldMk cId="1283074672" sldId="2147470973"/>
            <ac:spMk id="28" creationId="{2D506C1C-2BBA-55F8-24F1-066C2849026F}"/>
          </ac:spMkLst>
        </pc:spChg>
        <pc:picChg chg="del">
          <ac:chgData name="Cheng, Yingxin" userId="1b1d5a7c-9f32-44a5-b5cd-0d28224007b5" providerId="ADAL" clId="{977398C1-E06B-49D1-A143-AD5084768011}" dt="2023-08-24T02:53:36.222" v="114" actId="478"/>
          <ac:picMkLst>
            <pc:docMk/>
            <pc:sldMk cId="1283074672" sldId="2147470973"/>
            <ac:picMk id="5" creationId="{CEACF4D2-5A92-7FEB-4EE8-468D95DDE414}"/>
          </ac:picMkLst>
        </pc:picChg>
        <pc:picChg chg="del">
          <ac:chgData name="Cheng, Yingxin" userId="1b1d5a7c-9f32-44a5-b5cd-0d28224007b5" providerId="ADAL" clId="{977398C1-E06B-49D1-A143-AD5084768011}" dt="2023-08-24T02:53:37.497" v="115" actId="478"/>
          <ac:picMkLst>
            <pc:docMk/>
            <pc:sldMk cId="1283074672" sldId="2147470973"/>
            <ac:picMk id="7" creationId="{120556B9-CAE5-344D-36E4-0ED3A131FFAB}"/>
          </ac:picMkLst>
        </pc:picChg>
        <pc:picChg chg="del">
          <ac:chgData name="Cheng, Yingxin" userId="1b1d5a7c-9f32-44a5-b5cd-0d28224007b5" providerId="ADAL" clId="{977398C1-E06B-49D1-A143-AD5084768011}" dt="2023-08-24T02:53:39.032" v="116" actId="478"/>
          <ac:picMkLst>
            <pc:docMk/>
            <pc:sldMk cId="1283074672" sldId="2147470973"/>
            <ac:picMk id="9" creationId="{65CCE921-DA0E-3E39-162B-00B6EC8E2D13}"/>
          </ac:picMkLst>
        </pc:picChg>
        <pc:picChg chg="add del mod">
          <ac:chgData name="Cheng, Yingxin" userId="1b1d5a7c-9f32-44a5-b5cd-0d28224007b5" providerId="ADAL" clId="{977398C1-E06B-49D1-A143-AD5084768011}" dt="2023-08-24T02:59:16.135" v="123" actId="478"/>
          <ac:picMkLst>
            <pc:docMk/>
            <pc:sldMk cId="1283074672" sldId="2147470973"/>
            <ac:picMk id="10" creationId="{617AFF04-8321-1C58-BCF6-D3355299C69E}"/>
          </ac:picMkLst>
        </pc:picChg>
        <pc:picChg chg="del">
          <ac:chgData name="Cheng, Yingxin" userId="1b1d5a7c-9f32-44a5-b5cd-0d28224007b5" providerId="ADAL" clId="{977398C1-E06B-49D1-A143-AD5084768011}" dt="2023-08-24T02:53:40.379" v="117" actId="478"/>
          <ac:picMkLst>
            <pc:docMk/>
            <pc:sldMk cId="1283074672" sldId="2147470973"/>
            <ac:picMk id="11" creationId="{76074316-2599-0540-32C4-16EECE82FDAD}"/>
          </ac:picMkLst>
        </pc:picChg>
        <pc:picChg chg="add mod">
          <ac:chgData name="Cheng, Yingxin" userId="1b1d5a7c-9f32-44a5-b5cd-0d28224007b5" providerId="ADAL" clId="{977398C1-E06B-49D1-A143-AD5084768011}" dt="2023-08-31T08:20:46.459" v="5448" actId="14100"/>
          <ac:picMkLst>
            <pc:docMk/>
            <pc:sldMk cId="1283074672" sldId="2147470973"/>
            <ac:picMk id="13" creationId="{C0DD20D0-F0F3-B540-6588-597993E97884}"/>
          </ac:picMkLst>
        </pc:picChg>
        <pc:picChg chg="add mod">
          <ac:chgData name="Cheng, Yingxin" userId="1b1d5a7c-9f32-44a5-b5cd-0d28224007b5" providerId="ADAL" clId="{977398C1-E06B-49D1-A143-AD5084768011}" dt="2023-09-05T02:50:45.994" v="6380" actId="14100"/>
          <ac:picMkLst>
            <pc:docMk/>
            <pc:sldMk cId="1283074672" sldId="2147470973"/>
            <ac:picMk id="15" creationId="{CDAD4606-C554-435D-F234-C29FA9227479}"/>
          </ac:picMkLst>
        </pc:picChg>
        <pc:picChg chg="add mod">
          <ac:chgData name="Cheng, Yingxin" userId="1b1d5a7c-9f32-44a5-b5cd-0d28224007b5" providerId="ADAL" clId="{977398C1-E06B-49D1-A143-AD5084768011}" dt="2023-09-05T03:11:33.915" v="6596" actId="1076"/>
          <ac:picMkLst>
            <pc:docMk/>
            <pc:sldMk cId="1283074672" sldId="2147470973"/>
            <ac:picMk id="17" creationId="{15A95E22-D55C-3D04-867E-1C101D1469BD}"/>
          </ac:picMkLst>
        </pc:picChg>
        <pc:picChg chg="add mod">
          <ac:chgData name="Cheng, Yingxin" userId="1b1d5a7c-9f32-44a5-b5cd-0d28224007b5" providerId="ADAL" clId="{977398C1-E06B-49D1-A143-AD5084768011}" dt="2023-08-31T08:23:36.600" v="5480" actId="14100"/>
          <ac:picMkLst>
            <pc:docMk/>
            <pc:sldMk cId="1283074672" sldId="2147470973"/>
            <ac:picMk id="19" creationId="{BA2D70A2-DF3B-4278-D7BB-4E66B50FB2EC}"/>
          </ac:picMkLst>
        </pc:picChg>
        <pc:cxnChg chg="add mod">
          <ac:chgData name="Cheng, Yingxin" userId="1b1d5a7c-9f32-44a5-b5cd-0d28224007b5" providerId="ADAL" clId="{977398C1-E06B-49D1-A143-AD5084768011}" dt="2023-09-05T03:12:08.167" v="6607" actId="14100"/>
          <ac:cxnSpMkLst>
            <pc:docMk/>
            <pc:sldMk cId="1283074672" sldId="2147470973"/>
            <ac:cxnSpMk id="6" creationId="{17A50622-5F5E-7837-5FCD-C5FADD81AFAF}"/>
          </ac:cxnSpMkLst>
        </pc:cxnChg>
        <pc:cxnChg chg="add del mod">
          <ac:chgData name="Cheng, Yingxin" userId="1b1d5a7c-9f32-44a5-b5cd-0d28224007b5" providerId="ADAL" clId="{977398C1-E06B-49D1-A143-AD5084768011}" dt="2023-09-05T03:10:47.703" v="6571" actId="478"/>
          <ac:cxnSpMkLst>
            <pc:docMk/>
            <pc:sldMk cId="1283074672" sldId="2147470973"/>
            <ac:cxnSpMk id="11" creationId="{B945320B-74CE-6277-A204-633F5D5DAA35}"/>
          </ac:cxnSpMkLst>
        </pc:cxnChg>
        <pc:cxnChg chg="add mod">
          <ac:chgData name="Cheng, Yingxin" userId="1b1d5a7c-9f32-44a5-b5cd-0d28224007b5" providerId="ADAL" clId="{977398C1-E06B-49D1-A143-AD5084768011}" dt="2023-09-05T03:13:03.062" v="6621" actId="14100"/>
          <ac:cxnSpMkLst>
            <pc:docMk/>
            <pc:sldMk cId="1283074672" sldId="2147470973"/>
            <ac:cxnSpMk id="22" creationId="{BA5FD427-C543-6F7A-E57B-13EB5C35692D}"/>
          </ac:cxnSpMkLst>
        </pc:cxnChg>
        <pc:cxnChg chg="add mod">
          <ac:chgData name="Cheng, Yingxin" userId="1b1d5a7c-9f32-44a5-b5cd-0d28224007b5" providerId="ADAL" clId="{977398C1-E06B-49D1-A143-AD5084768011}" dt="2023-09-05T03:13:03.062" v="6621" actId="14100"/>
          <ac:cxnSpMkLst>
            <pc:docMk/>
            <pc:sldMk cId="1283074672" sldId="2147470973"/>
            <ac:cxnSpMk id="24" creationId="{A958A635-AD65-501C-A5AF-34F9A7BAF709}"/>
          </ac:cxnSpMkLst>
        </pc:cxnChg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3026568144" sldId="2147470974"/>
        </pc:sldMkLst>
      </pc:sldChg>
      <pc:sldChg chg="modSp mod ord">
        <pc:chgData name="Cheng, Yingxin" userId="1b1d5a7c-9f32-44a5-b5cd-0d28224007b5" providerId="ADAL" clId="{977398C1-E06B-49D1-A143-AD5084768011}" dt="2023-09-05T05:31:19.374" v="7549" actId="20577"/>
        <pc:sldMkLst>
          <pc:docMk/>
          <pc:sldMk cId="4255111887" sldId="2147470975"/>
        </pc:sldMkLst>
        <pc:spChg chg="mod">
          <ac:chgData name="Cheng, Yingxin" userId="1b1d5a7c-9f32-44a5-b5cd-0d28224007b5" providerId="ADAL" clId="{977398C1-E06B-49D1-A143-AD5084768011}" dt="2023-08-31T07:16:27.472" v="3690" actId="20577"/>
          <ac:spMkLst>
            <pc:docMk/>
            <pc:sldMk cId="4255111887" sldId="2147470975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5T05:31:19.374" v="7549" actId="20577"/>
          <ac:spMkLst>
            <pc:docMk/>
            <pc:sldMk cId="4255111887" sldId="2147470975"/>
            <ac:spMk id="3" creationId="{C04FE33A-C54B-4B20-8C08-D0ADB8B0D963}"/>
          </ac:spMkLst>
        </pc:spChg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3843741635" sldId="2147470976"/>
        </pc:sldMkLst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2698150129" sldId="2147470977"/>
        </pc:sldMkLst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2846781420" sldId="2147470978"/>
        </pc:sldMkLst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2755793671" sldId="2147470979"/>
        </pc:sldMkLst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3275527028" sldId="2147470980"/>
        </pc:sldMkLst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4078842356" sldId="2147470981"/>
        </pc:sldMkLst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1638459953" sldId="2147470982"/>
        </pc:sldMkLst>
      </pc:sldChg>
      <pc:sldChg chg="del">
        <pc:chgData name="Cheng, Yingxin" userId="1b1d5a7c-9f32-44a5-b5cd-0d28224007b5" providerId="ADAL" clId="{977398C1-E06B-49D1-A143-AD5084768011}" dt="2023-08-24T03:03:32.178" v="168" actId="2696"/>
        <pc:sldMkLst>
          <pc:docMk/>
          <pc:sldMk cId="2254278483" sldId="2147470983"/>
        </pc:sldMkLst>
      </pc:sldChg>
      <pc:sldChg chg="modSp mod modNotesTx">
        <pc:chgData name="Cheng, Yingxin" userId="1b1d5a7c-9f32-44a5-b5cd-0d28224007b5" providerId="ADAL" clId="{977398C1-E06B-49D1-A143-AD5084768011}" dt="2023-09-19T03:18:09.138" v="11265" actId="20577"/>
        <pc:sldMkLst>
          <pc:docMk/>
          <pc:sldMk cId="2544317007" sldId="2147470984"/>
        </pc:sldMkLst>
        <pc:spChg chg="mod">
          <ac:chgData name="Cheng, Yingxin" userId="1b1d5a7c-9f32-44a5-b5cd-0d28224007b5" providerId="ADAL" clId="{977398C1-E06B-49D1-A143-AD5084768011}" dt="2023-08-24T05:48:35.257" v="1777" actId="20577"/>
          <ac:spMkLst>
            <pc:docMk/>
            <pc:sldMk cId="2544317007" sldId="2147470984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5T08:44:32.675" v="10176" actId="20577"/>
          <ac:spMkLst>
            <pc:docMk/>
            <pc:sldMk cId="2544317007" sldId="2147470984"/>
            <ac:spMk id="3" creationId="{C04FE33A-C54B-4B20-8C08-D0ADB8B0D963}"/>
          </ac:spMkLst>
        </pc:spChg>
      </pc:sldChg>
      <pc:sldChg chg="addSp delSp modSp add mod ord modNotesTx">
        <pc:chgData name="Cheng, Yingxin" userId="1b1d5a7c-9f32-44a5-b5cd-0d28224007b5" providerId="ADAL" clId="{977398C1-E06B-49D1-A143-AD5084768011}" dt="2023-09-19T03:17:43.962" v="11256" actId="20577"/>
        <pc:sldMkLst>
          <pc:docMk/>
          <pc:sldMk cId="4258096463" sldId="2147470985"/>
        </pc:sldMkLst>
        <pc:spChg chg="mod">
          <ac:chgData name="Cheng, Yingxin" userId="1b1d5a7c-9f32-44a5-b5cd-0d28224007b5" providerId="ADAL" clId="{977398C1-E06B-49D1-A143-AD5084768011}" dt="2023-08-24T03:06:45.264" v="207" actId="20577"/>
          <ac:spMkLst>
            <pc:docMk/>
            <pc:sldMk cId="4258096463" sldId="2147470985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5T01:27:18.282" v="6365" actId="27636"/>
          <ac:spMkLst>
            <pc:docMk/>
            <pc:sldMk cId="4258096463" sldId="2147470985"/>
            <ac:spMk id="3" creationId="{C04FE33A-C54B-4B20-8C08-D0ADB8B0D963}"/>
          </ac:spMkLst>
        </pc:spChg>
        <pc:spChg chg="add del mod ord topLvl">
          <ac:chgData name="Cheng, Yingxin" userId="1b1d5a7c-9f32-44a5-b5cd-0d28224007b5" providerId="ADAL" clId="{977398C1-E06B-49D1-A143-AD5084768011}" dt="2023-08-24T03:20:48.759" v="410" actId="478"/>
          <ac:spMkLst>
            <pc:docMk/>
            <pc:sldMk cId="4258096463" sldId="2147470985"/>
            <ac:spMk id="6" creationId="{875CE07E-E67F-36CB-75D4-0CDAAF657D5A}"/>
          </ac:spMkLst>
        </pc:spChg>
        <pc:spChg chg="add mod">
          <ac:chgData name="Cheng, Yingxin" userId="1b1d5a7c-9f32-44a5-b5cd-0d28224007b5" providerId="ADAL" clId="{977398C1-E06B-49D1-A143-AD5084768011}" dt="2023-09-05T03:20:08.806" v="6765" actId="14100"/>
          <ac:spMkLst>
            <pc:docMk/>
            <pc:sldMk cId="4258096463" sldId="2147470985"/>
            <ac:spMk id="6" creationId="{AB8D3A90-8E30-D997-DAF5-0571ED44490F}"/>
          </ac:spMkLst>
        </pc:spChg>
        <pc:spChg chg="add del mod ord topLvl">
          <ac:chgData name="Cheng, Yingxin" userId="1b1d5a7c-9f32-44a5-b5cd-0d28224007b5" providerId="ADAL" clId="{977398C1-E06B-49D1-A143-AD5084768011}" dt="2023-08-24T03:21:48.658" v="423" actId="478"/>
          <ac:spMkLst>
            <pc:docMk/>
            <pc:sldMk cId="4258096463" sldId="2147470985"/>
            <ac:spMk id="7" creationId="{306B2398-3CEB-4A53-302D-4B883A5CE958}"/>
          </ac:spMkLst>
        </pc:spChg>
        <pc:spChg chg="add mod">
          <ac:chgData name="Cheng, Yingxin" userId="1b1d5a7c-9f32-44a5-b5cd-0d28224007b5" providerId="ADAL" clId="{977398C1-E06B-49D1-A143-AD5084768011}" dt="2023-09-05T03:20:01.025" v="6764" actId="14100"/>
          <ac:spMkLst>
            <pc:docMk/>
            <pc:sldMk cId="4258096463" sldId="2147470985"/>
            <ac:spMk id="7" creationId="{B6DF5B12-E5AC-FB29-31B8-DC1E0C554F5B}"/>
          </ac:spMkLst>
        </pc:spChg>
        <pc:spChg chg="add mod">
          <ac:chgData name="Cheng, Yingxin" userId="1b1d5a7c-9f32-44a5-b5cd-0d28224007b5" providerId="ADAL" clId="{977398C1-E06B-49D1-A143-AD5084768011}" dt="2023-09-05T03:20:52.223" v="6768" actId="14100"/>
          <ac:spMkLst>
            <pc:docMk/>
            <pc:sldMk cId="4258096463" sldId="2147470985"/>
            <ac:spMk id="8" creationId="{02FB870F-9A17-7569-C27E-8232A9FB830C}"/>
          </ac:spMkLst>
        </pc:spChg>
        <pc:spChg chg="add mod">
          <ac:chgData name="Cheng, Yingxin" userId="1b1d5a7c-9f32-44a5-b5cd-0d28224007b5" providerId="ADAL" clId="{977398C1-E06B-49D1-A143-AD5084768011}" dt="2023-09-04T09:37:04.559" v="5981" actId="14100"/>
          <ac:spMkLst>
            <pc:docMk/>
            <pc:sldMk cId="4258096463" sldId="2147470985"/>
            <ac:spMk id="9" creationId="{6E1D11FD-0BAC-724B-276E-10EF1D255013}"/>
          </ac:spMkLst>
        </pc:spChg>
        <pc:spChg chg="add mod ord">
          <ac:chgData name="Cheng, Yingxin" userId="1b1d5a7c-9f32-44a5-b5cd-0d28224007b5" providerId="ADAL" clId="{977398C1-E06B-49D1-A143-AD5084768011}" dt="2023-08-24T03:20:12.915" v="403" actId="164"/>
          <ac:spMkLst>
            <pc:docMk/>
            <pc:sldMk cId="4258096463" sldId="2147470985"/>
            <ac:spMk id="11" creationId="{B55813EC-8892-95F1-7F5E-A360E2AB54F3}"/>
          </ac:spMkLst>
        </pc:spChg>
        <pc:spChg chg="add mod ord">
          <ac:chgData name="Cheng, Yingxin" userId="1b1d5a7c-9f32-44a5-b5cd-0d28224007b5" providerId="ADAL" clId="{977398C1-E06B-49D1-A143-AD5084768011}" dt="2023-08-24T03:21:35.346" v="420" actId="164"/>
          <ac:spMkLst>
            <pc:docMk/>
            <pc:sldMk cId="4258096463" sldId="2147470985"/>
            <ac:spMk id="13" creationId="{55BC1F80-6E9C-9F6B-D490-401A9A3D3AA1}"/>
          </ac:spMkLst>
        </pc:spChg>
        <pc:spChg chg="add mod ord">
          <ac:chgData name="Cheng, Yingxin" userId="1b1d5a7c-9f32-44a5-b5cd-0d28224007b5" providerId="ADAL" clId="{977398C1-E06B-49D1-A143-AD5084768011}" dt="2023-08-24T03:22:24.021" v="431" actId="164"/>
          <ac:spMkLst>
            <pc:docMk/>
            <pc:sldMk cId="4258096463" sldId="2147470985"/>
            <ac:spMk id="15" creationId="{F23288DA-3DE2-1172-42EF-331F46148313}"/>
          </ac:spMkLst>
        </pc:spChg>
        <pc:spChg chg="add mod ord">
          <ac:chgData name="Cheng, Yingxin" userId="1b1d5a7c-9f32-44a5-b5cd-0d28224007b5" providerId="ADAL" clId="{977398C1-E06B-49D1-A143-AD5084768011}" dt="2023-09-05T01:30:08.843" v="6369" actId="14100"/>
          <ac:spMkLst>
            <pc:docMk/>
            <pc:sldMk cId="4258096463" sldId="2147470985"/>
            <ac:spMk id="17" creationId="{06D722D3-757E-FAD2-7F13-72E710C62A8E}"/>
          </ac:spMkLst>
        </pc:spChg>
        <pc:spChg chg="add mod">
          <ac:chgData name="Cheng, Yingxin" userId="1b1d5a7c-9f32-44a5-b5cd-0d28224007b5" providerId="ADAL" clId="{977398C1-E06B-49D1-A143-AD5084768011}" dt="2023-09-05T01:29:59.458" v="6367" actId="14100"/>
          <ac:spMkLst>
            <pc:docMk/>
            <pc:sldMk cId="4258096463" sldId="2147470985"/>
            <ac:spMk id="18" creationId="{C7EF6963-0DF6-231D-E734-BDF28484D702}"/>
          </ac:spMkLst>
        </pc:spChg>
        <pc:spChg chg="add del mod">
          <ac:chgData name="Cheng, Yingxin" userId="1b1d5a7c-9f32-44a5-b5cd-0d28224007b5" providerId="ADAL" clId="{977398C1-E06B-49D1-A143-AD5084768011}" dt="2023-08-24T03:49:27.495" v="1220"/>
          <ac:spMkLst>
            <pc:docMk/>
            <pc:sldMk cId="4258096463" sldId="2147470985"/>
            <ac:spMk id="19" creationId="{B5780DEC-6E22-D1D8-46FF-85CF773CF3AE}"/>
          </ac:spMkLst>
        </pc:spChg>
        <pc:spChg chg="add del mod">
          <ac:chgData name="Cheng, Yingxin" userId="1b1d5a7c-9f32-44a5-b5cd-0d28224007b5" providerId="ADAL" clId="{977398C1-E06B-49D1-A143-AD5084768011}" dt="2023-09-05T01:30:19.695" v="6370" actId="14100"/>
          <ac:spMkLst>
            <pc:docMk/>
            <pc:sldMk cId="4258096463" sldId="2147470985"/>
            <ac:spMk id="19" creationId="{EC618B5D-AA24-F24F-C077-811965FA9D7F}"/>
          </ac:spMkLst>
        </pc:spChg>
        <pc:spChg chg="add mod">
          <ac:chgData name="Cheng, Yingxin" userId="1b1d5a7c-9f32-44a5-b5cd-0d28224007b5" providerId="ADAL" clId="{977398C1-E06B-49D1-A143-AD5084768011}" dt="2023-09-05T01:24:08.084" v="6354" actId="14100"/>
          <ac:spMkLst>
            <pc:docMk/>
            <pc:sldMk cId="4258096463" sldId="2147470985"/>
            <ac:spMk id="20" creationId="{F4BC9FEC-40F2-FE77-EA72-CCDE80A1A7E1}"/>
          </ac:spMkLst>
        </pc:spChg>
        <pc:spChg chg="add del mod">
          <ac:chgData name="Cheng, Yingxin" userId="1b1d5a7c-9f32-44a5-b5cd-0d28224007b5" providerId="ADAL" clId="{977398C1-E06B-49D1-A143-AD5084768011}" dt="2023-09-04T09:38:32.240" v="5997" actId="478"/>
          <ac:spMkLst>
            <pc:docMk/>
            <pc:sldMk cId="4258096463" sldId="2147470985"/>
            <ac:spMk id="21" creationId="{DB4C373A-453B-9DAC-4F70-6012BAA20F48}"/>
          </ac:spMkLst>
        </pc:spChg>
        <pc:spChg chg="add mod">
          <ac:chgData name="Cheng, Yingxin" userId="1b1d5a7c-9f32-44a5-b5cd-0d28224007b5" providerId="ADAL" clId="{977398C1-E06B-49D1-A143-AD5084768011}" dt="2023-09-05T03:21:01.913" v="6769" actId="14100"/>
          <ac:spMkLst>
            <pc:docMk/>
            <pc:sldMk cId="4258096463" sldId="2147470985"/>
            <ac:spMk id="22" creationId="{2E7F2D4C-7503-2BED-3711-F26CD95C6BC9}"/>
          </ac:spMkLst>
        </pc:spChg>
        <pc:grpChg chg="add del mod">
          <ac:chgData name="Cheng, Yingxin" userId="1b1d5a7c-9f32-44a5-b5cd-0d28224007b5" providerId="ADAL" clId="{977398C1-E06B-49D1-A143-AD5084768011}" dt="2023-08-24T03:20:35.053" v="406" actId="165"/>
          <ac:grpSpMkLst>
            <pc:docMk/>
            <pc:sldMk cId="4258096463" sldId="2147470985"/>
            <ac:grpSpMk id="8" creationId="{5285D246-F136-0B14-A8D5-219E6639FD61}"/>
          </ac:grpSpMkLst>
        </pc:grpChg>
        <pc:grpChg chg="add del mod">
          <ac:chgData name="Cheng, Yingxin" userId="1b1d5a7c-9f32-44a5-b5cd-0d28224007b5" providerId="ADAL" clId="{977398C1-E06B-49D1-A143-AD5084768011}" dt="2023-08-24T03:21:43.564" v="422" actId="165"/>
          <ac:grpSpMkLst>
            <pc:docMk/>
            <pc:sldMk cId="4258096463" sldId="2147470985"/>
            <ac:grpSpMk id="9" creationId="{167C335E-34F9-BFD5-2D71-5FDFA763DB6B}"/>
          </ac:grpSpMkLst>
        </pc:grpChg>
        <pc:grpChg chg="add mod">
          <ac:chgData name="Cheng, Yingxin" userId="1b1d5a7c-9f32-44a5-b5cd-0d28224007b5" providerId="ADAL" clId="{977398C1-E06B-49D1-A143-AD5084768011}" dt="2023-09-05T03:20:46.524" v="6767" actId="14100"/>
          <ac:grpSpMkLst>
            <pc:docMk/>
            <pc:sldMk cId="4258096463" sldId="2147470985"/>
            <ac:grpSpMk id="12" creationId="{DEAB6FFC-1B49-8B8D-F7E8-21FD3B2C622F}"/>
          </ac:grpSpMkLst>
        </pc:grpChg>
        <pc:grpChg chg="add mod">
          <ac:chgData name="Cheng, Yingxin" userId="1b1d5a7c-9f32-44a5-b5cd-0d28224007b5" providerId="ADAL" clId="{977398C1-E06B-49D1-A143-AD5084768011}" dt="2023-09-04T09:30:53.131" v="5893" actId="1076"/>
          <ac:grpSpMkLst>
            <pc:docMk/>
            <pc:sldMk cId="4258096463" sldId="2147470985"/>
            <ac:grpSpMk id="14" creationId="{DE0F9C23-9E83-EB27-B1BC-9DA163F50A71}"/>
          </ac:grpSpMkLst>
        </pc:grpChg>
        <pc:grpChg chg="add mod">
          <ac:chgData name="Cheng, Yingxin" userId="1b1d5a7c-9f32-44a5-b5cd-0d28224007b5" providerId="ADAL" clId="{977398C1-E06B-49D1-A143-AD5084768011}" dt="2023-09-05T01:24:02.169" v="6353" actId="1076"/>
          <ac:grpSpMkLst>
            <pc:docMk/>
            <pc:sldMk cId="4258096463" sldId="2147470985"/>
            <ac:grpSpMk id="16" creationId="{0AF50896-B295-F16C-8FA7-C7BCC27E07ED}"/>
          </ac:grpSpMkLst>
        </pc:grpChg>
        <pc:picChg chg="add del mod topLvl">
          <ac:chgData name="Cheng, Yingxin" userId="1b1d5a7c-9f32-44a5-b5cd-0d28224007b5" providerId="ADAL" clId="{977398C1-E06B-49D1-A143-AD5084768011}" dt="2023-08-24T03:21:35.346" v="420" actId="164"/>
          <ac:picMkLst>
            <pc:docMk/>
            <pc:sldMk cId="4258096463" sldId="2147470985"/>
            <ac:picMk id="4" creationId="{7F114627-8D2C-C493-C1F2-FE7DB06D255A}"/>
          </ac:picMkLst>
        </pc:picChg>
        <pc:picChg chg="add mod topLvl">
          <ac:chgData name="Cheng, Yingxin" userId="1b1d5a7c-9f32-44a5-b5cd-0d28224007b5" providerId="ADAL" clId="{977398C1-E06B-49D1-A143-AD5084768011}" dt="2023-08-24T03:22:24.021" v="431" actId="164"/>
          <ac:picMkLst>
            <pc:docMk/>
            <pc:sldMk cId="4258096463" sldId="2147470985"/>
            <ac:picMk id="5" creationId="{F3426905-3390-8D88-8F3B-D5D74AF69438}"/>
          </ac:picMkLst>
        </pc:picChg>
        <pc:picChg chg="add mod">
          <ac:chgData name="Cheng, Yingxin" userId="1b1d5a7c-9f32-44a5-b5cd-0d28224007b5" providerId="ADAL" clId="{977398C1-E06B-49D1-A143-AD5084768011}" dt="2023-08-24T03:20:12.915" v="403" actId="164"/>
          <ac:picMkLst>
            <pc:docMk/>
            <pc:sldMk cId="4258096463" sldId="2147470985"/>
            <ac:picMk id="10" creationId="{4B5EEC7F-7651-87C3-610F-37FF7406A74C}"/>
          </ac:picMkLst>
        </pc:picChg>
      </pc:sldChg>
      <pc:sldChg chg="modSp add del mod ord">
        <pc:chgData name="Cheng, Yingxin" userId="1b1d5a7c-9f32-44a5-b5cd-0d28224007b5" providerId="ADAL" clId="{977398C1-E06B-49D1-A143-AD5084768011}" dt="2023-09-05T05:30:22.834" v="7525" actId="2696"/>
        <pc:sldMkLst>
          <pc:docMk/>
          <pc:sldMk cId="1586517579" sldId="2147470986"/>
        </pc:sldMkLst>
        <pc:spChg chg="mod">
          <ac:chgData name="Cheng, Yingxin" userId="1b1d5a7c-9f32-44a5-b5cd-0d28224007b5" providerId="ADAL" clId="{977398C1-E06B-49D1-A143-AD5084768011}" dt="2023-09-05T03:19:35.756" v="6761" actId="20577"/>
          <ac:spMkLst>
            <pc:docMk/>
            <pc:sldMk cId="1586517579" sldId="2147470986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8-31T08:37:11.530" v="5702" actId="20577"/>
          <ac:spMkLst>
            <pc:docMk/>
            <pc:sldMk cId="1586517579" sldId="2147470986"/>
            <ac:spMk id="3" creationId="{C04FE33A-C54B-4B20-8C08-D0ADB8B0D963}"/>
          </ac:spMkLst>
        </pc:spChg>
      </pc:sldChg>
      <pc:sldChg chg="modSp add mod modNotesTx">
        <pc:chgData name="Cheng, Yingxin" userId="1b1d5a7c-9f32-44a5-b5cd-0d28224007b5" providerId="ADAL" clId="{977398C1-E06B-49D1-A143-AD5084768011}" dt="2023-09-05T08:44:47.122" v="10182" actId="20577"/>
        <pc:sldMkLst>
          <pc:docMk/>
          <pc:sldMk cId="3732251567" sldId="2147470987"/>
        </pc:sldMkLst>
        <pc:spChg chg="mod">
          <ac:chgData name="Cheng, Yingxin" userId="1b1d5a7c-9f32-44a5-b5cd-0d28224007b5" providerId="ADAL" clId="{977398C1-E06B-49D1-A143-AD5084768011}" dt="2023-09-05T08:44:47.122" v="10182" actId="20577"/>
          <ac:spMkLst>
            <pc:docMk/>
            <pc:sldMk cId="3732251567" sldId="2147470987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8-24T07:26:00.227" v="2671" actId="108"/>
          <ac:spMkLst>
            <pc:docMk/>
            <pc:sldMk cId="3732251567" sldId="2147470987"/>
            <ac:spMk id="3" creationId="{C04FE33A-C54B-4B20-8C08-D0ADB8B0D963}"/>
          </ac:spMkLst>
        </pc:spChg>
      </pc:sldChg>
      <pc:sldChg chg="modSp new del mod">
        <pc:chgData name="Cheng, Yingxin" userId="1b1d5a7c-9f32-44a5-b5cd-0d28224007b5" providerId="ADAL" clId="{977398C1-E06B-49D1-A143-AD5084768011}" dt="2023-08-31T08:17:50.194" v="5406" actId="2696"/>
        <pc:sldMkLst>
          <pc:docMk/>
          <pc:sldMk cId="1598563493" sldId="2147470988"/>
        </pc:sldMkLst>
        <pc:spChg chg="mod">
          <ac:chgData name="Cheng, Yingxin" userId="1b1d5a7c-9f32-44a5-b5cd-0d28224007b5" providerId="ADAL" clId="{977398C1-E06B-49D1-A143-AD5084768011}" dt="2023-08-24T03:48:51.524" v="1216" actId="20577"/>
          <ac:spMkLst>
            <pc:docMk/>
            <pc:sldMk cId="1598563493" sldId="2147470988"/>
            <ac:spMk id="2" creationId="{5F605DBE-82DC-AF07-4AAA-73B78D50903B}"/>
          </ac:spMkLst>
        </pc:spChg>
        <pc:spChg chg="mod">
          <ac:chgData name="Cheng, Yingxin" userId="1b1d5a7c-9f32-44a5-b5cd-0d28224007b5" providerId="ADAL" clId="{977398C1-E06B-49D1-A143-AD5084768011}" dt="2023-08-25T08:56:37.345" v="2747" actId="20577"/>
          <ac:spMkLst>
            <pc:docMk/>
            <pc:sldMk cId="1598563493" sldId="2147470988"/>
            <ac:spMk id="3" creationId="{5CBFDED4-CF0B-FE3F-DE04-3275A81159E1}"/>
          </ac:spMkLst>
        </pc:spChg>
      </pc:sldChg>
      <pc:sldChg chg="addSp delSp modSp add mod">
        <pc:chgData name="Cheng, Yingxin" userId="1b1d5a7c-9f32-44a5-b5cd-0d28224007b5" providerId="ADAL" clId="{977398C1-E06B-49D1-A143-AD5084768011}" dt="2023-09-05T03:12:43.068" v="6614" actId="14100"/>
        <pc:sldMkLst>
          <pc:docMk/>
          <pc:sldMk cId="1394760136" sldId="2147470989"/>
        </pc:sldMkLst>
        <pc:spChg chg="mod">
          <ac:chgData name="Cheng, Yingxin" userId="1b1d5a7c-9f32-44a5-b5cd-0d28224007b5" providerId="ADAL" clId="{977398C1-E06B-49D1-A143-AD5084768011}" dt="2023-08-31T09:07:31.210" v="5755" actId="20577"/>
          <ac:spMkLst>
            <pc:docMk/>
            <pc:sldMk cId="1394760136" sldId="2147470989"/>
            <ac:spMk id="2" creationId="{27FA014A-55AB-4347-85DE-2BBBBE85E591}"/>
          </ac:spMkLst>
        </pc:spChg>
        <pc:spChg chg="add del mod">
          <ac:chgData name="Cheng, Yingxin" userId="1b1d5a7c-9f32-44a5-b5cd-0d28224007b5" providerId="ADAL" clId="{977398C1-E06B-49D1-A143-AD5084768011}" dt="2023-08-31T06:50:31.627" v="3060" actId="478"/>
          <ac:spMkLst>
            <pc:docMk/>
            <pc:sldMk cId="1394760136" sldId="2147470989"/>
            <ac:spMk id="3" creationId="{18E34BC7-697D-59B7-D1F6-DCC1DFD68658}"/>
          </ac:spMkLst>
        </pc:spChg>
        <pc:spChg chg="add mod">
          <ac:chgData name="Cheng, Yingxin" userId="1b1d5a7c-9f32-44a5-b5cd-0d28224007b5" providerId="ADAL" clId="{977398C1-E06B-49D1-A143-AD5084768011}" dt="2023-09-05T03:12:43.068" v="6614" actId="14100"/>
          <ac:spMkLst>
            <pc:docMk/>
            <pc:sldMk cId="1394760136" sldId="2147470989"/>
            <ac:spMk id="3" creationId="{6ADFD5B5-D2E3-0C1E-9EA6-F6D56283C5C5}"/>
          </ac:spMkLst>
        </pc:spChg>
        <pc:spChg chg="add mod">
          <ac:chgData name="Cheng, Yingxin" userId="1b1d5a7c-9f32-44a5-b5cd-0d28224007b5" providerId="ADAL" clId="{977398C1-E06B-49D1-A143-AD5084768011}" dt="2023-09-05T03:06:47.009" v="6480" actId="20577"/>
          <ac:spMkLst>
            <pc:docMk/>
            <pc:sldMk cId="1394760136" sldId="2147470989"/>
            <ac:spMk id="8" creationId="{846A499B-C635-327C-E3EF-9C8E387A6FC4}"/>
          </ac:spMkLst>
        </pc:spChg>
        <pc:spChg chg="del mod">
          <ac:chgData name="Cheng, Yingxin" userId="1b1d5a7c-9f32-44a5-b5cd-0d28224007b5" providerId="ADAL" clId="{977398C1-E06B-49D1-A143-AD5084768011}" dt="2023-08-31T06:51:22.146" v="3069" actId="478"/>
          <ac:spMkLst>
            <pc:docMk/>
            <pc:sldMk cId="1394760136" sldId="2147470989"/>
            <ac:spMk id="20" creationId="{4AC76F1F-160F-FC74-1B2E-86F6E89A3E67}"/>
          </ac:spMkLst>
        </pc:spChg>
        <pc:spChg chg="add mod">
          <ac:chgData name="Cheng, Yingxin" userId="1b1d5a7c-9f32-44a5-b5cd-0d28224007b5" providerId="ADAL" clId="{977398C1-E06B-49D1-A143-AD5084768011}" dt="2023-09-05T03:08:27.198" v="6521" actId="20577"/>
          <ac:spMkLst>
            <pc:docMk/>
            <pc:sldMk cId="1394760136" sldId="2147470989"/>
            <ac:spMk id="22" creationId="{1354F826-D30D-3FA3-B3E3-120D17A1CE58}"/>
          </ac:spMkLst>
        </pc:spChg>
        <pc:picChg chg="mod">
          <ac:chgData name="Cheng, Yingxin" userId="1b1d5a7c-9f32-44a5-b5cd-0d28224007b5" providerId="ADAL" clId="{977398C1-E06B-49D1-A143-AD5084768011}" dt="2023-09-05T02:51:28.827" v="6385" actId="1076"/>
          <ac:picMkLst>
            <pc:docMk/>
            <pc:sldMk cId="1394760136" sldId="2147470989"/>
            <ac:picMk id="13" creationId="{C0DD20D0-F0F3-B540-6588-597993E97884}"/>
          </ac:picMkLst>
        </pc:picChg>
        <pc:picChg chg="mod">
          <ac:chgData name="Cheng, Yingxin" userId="1b1d5a7c-9f32-44a5-b5cd-0d28224007b5" providerId="ADAL" clId="{977398C1-E06B-49D1-A143-AD5084768011}" dt="2023-09-05T02:50:18.237" v="6377" actId="14100"/>
          <ac:picMkLst>
            <pc:docMk/>
            <pc:sldMk cId="1394760136" sldId="2147470989"/>
            <ac:picMk id="15" creationId="{CDAD4606-C554-435D-F234-C29FA9227479}"/>
          </ac:picMkLst>
        </pc:picChg>
        <pc:picChg chg="mod">
          <ac:chgData name="Cheng, Yingxin" userId="1b1d5a7c-9f32-44a5-b5cd-0d28224007b5" providerId="ADAL" clId="{977398C1-E06B-49D1-A143-AD5084768011}" dt="2023-08-31T06:51:30.139" v="3073" actId="14100"/>
          <ac:picMkLst>
            <pc:docMk/>
            <pc:sldMk cId="1394760136" sldId="2147470989"/>
            <ac:picMk id="17" creationId="{15A95E22-D55C-3D04-867E-1C101D1469BD}"/>
          </ac:picMkLst>
        </pc:picChg>
        <pc:picChg chg="mod">
          <ac:chgData name="Cheng, Yingxin" userId="1b1d5a7c-9f32-44a5-b5cd-0d28224007b5" providerId="ADAL" clId="{977398C1-E06B-49D1-A143-AD5084768011}" dt="2023-08-31T06:52:03.353" v="3076" actId="14100"/>
          <ac:picMkLst>
            <pc:docMk/>
            <pc:sldMk cId="1394760136" sldId="2147470989"/>
            <ac:picMk id="19" creationId="{BA2D70A2-DF3B-4278-D7BB-4E66B50FB2EC}"/>
          </ac:picMkLst>
        </pc:picChg>
        <pc:cxnChg chg="add mod">
          <ac:chgData name="Cheng, Yingxin" userId="1b1d5a7c-9f32-44a5-b5cd-0d28224007b5" providerId="ADAL" clId="{977398C1-E06B-49D1-A143-AD5084768011}" dt="2023-09-05T03:12:43.068" v="6614" actId="14100"/>
          <ac:cxnSpMkLst>
            <pc:docMk/>
            <pc:sldMk cId="1394760136" sldId="2147470989"/>
            <ac:cxnSpMk id="4" creationId="{61297122-5513-FD89-A71D-A095A27B1E22}"/>
          </ac:cxnSpMkLst>
        </pc:cxnChg>
        <pc:cxnChg chg="add mod">
          <ac:chgData name="Cheng, Yingxin" userId="1b1d5a7c-9f32-44a5-b5cd-0d28224007b5" providerId="ADAL" clId="{977398C1-E06B-49D1-A143-AD5084768011}" dt="2023-09-05T03:07:00.670" v="6484" actId="14100"/>
          <ac:cxnSpMkLst>
            <pc:docMk/>
            <pc:sldMk cId="1394760136" sldId="2147470989"/>
            <ac:cxnSpMk id="9" creationId="{5FA14C84-36D9-9171-29F7-651F4E972BAB}"/>
          </ac:cxnSpMkLst>
        </pc:cxnChg>
        <pc:cxnChg chg="add mod">
          <ac:chgData name="Cheng, Yingxin" userId="1b1d5a7c-9f32-44a5-b5cd-0d28224007b5" providerId="ADAL" clId="{977398C1-E06B-49D1-A143-AD5084768011}" dt="2023-09-05T03:06:57.232" v="6483" actId="14100"/>
          <ac:cxnSpMkLst>
            <pc:docMk/>
            <pc:sldMk cId="1394760136" sldId="2147470989"/>
            <ac:cxnSpMk id="12" creationId="{0CD9954E-5B17-EEF8-4344-E621DDF3FD00}"/>
          </ac:cxnSpMkLst>
        </pc:cxnChg>
        <pc:cxnChg chg="del mod">
          <ac:chgData name="Cheng, Yingxin" userId="1b1d5a7c-9f32-44a5-b5cd-0d28224007b5" providerId="ADAL" clId="{977398C1-E06B-49D1-A143-AD5084768011}" dt="2023-08-31T06:51:25.547" v="3071" actId="478"/>
          <ac:cxnSpMkLst>
            <pc:docMk/>
            <pc:sldMk cId="1394760136" sldId="2147470989"/>
            <ac:cxnSpMk id="22" creationId="{BA5FD427-C543-6F7A-E57B-13EB5C35692D}"/>
          </ac:cxnSpMkLst>
        </pc:cxnChg>
        <pc:cxnChg chg="add mod">
          <ac:chgData name="Cheng, Yingxin" userId="1b1d5a7c-9f32-44a5-b5cd-0d28224007b5" providerId="ADAL" clId="{977398C1-E06B-49D1-A143-AD5084768011}" dt="2023-09-05T03:08:05.023" v="6519" actId="14100"/>
          <ac:cxnSpMkLst>
            <pc:docMk/>
            <pc:sldMk cId="1394760136" sldId="2147470989"/>
            <ac:cxnSpMk id="23" creationId="{E476BA41-9E83-A518-1ABB-F4E3F887A728}"/>
          </ac:cxnSpMkLst>
        </pc:cxnChg>
        <pc:cxnChg chg="del mod">
          <ac:chgData name="Cheng, Yingxin" userId="1b1d5a7c-9f32-44a5-b5cd-0d28224007b5" providerId="ADAL" clId="{977398C1-E06B-49D1-A143-AD5084768011}" dt="2023-08-31T06:51:24.575" v="3070" actId="478"/>
          <ac:cxnSpMkLst>
            <pc:docMk/>
            <pc:sldMk cId="1394760136" sldId="2147470989"/>
            <ac:cxnSpMk id="24" creationId="{A958A635-AD65-501C-A5AF-34F9A7BAF709}"/>
          </ac:cxnSpMkLst>
        </pc:cxnChg>
      </pc:sldChg>
      <pc:sldChg chg="modSp add del mod">
        <pc:chgData name="Cheng, Yingxin" userId="1b1d5a7c-9f32-44a5-b5cd-0d28224007b5" providerId="ADAL" clId="{977398C1-E06B-49D1-A143-AD5084768011}" dt="2023-08-24T05:41:15.209" v="1367" actId="2696"/>
        <pc:sldMkLst>
          <pc:docMk/>
          <pc:sldMk cId="1720354763" sldId="2147470989"/>
        </pc:sldMkLst>
        <pc:spChg chg="mod">
          <ac:chgData name="Cheng, Yingxin" userId="1b1d5a7c-9f32-44a5-b5cd-0d28224007b5" providerId="ADAL" clId="{977398C1-E06B-49D1-A143-AD5084768011}" dt="2023-08-24T03:55:06.942" v="1366" actId="20577"/>
          <ac:spMkLst>
            <pc:docMk/>
            <pc:sldMk cId="1720354763" sldId="2147470989"/>
            <ac:spMk id="2" creationId="{27FA014A-55AB-4347-85DE-2BBBBE85E591}"/>
          </ac:spMkLst>
        </pc:spChg>
      </pc:sldChg>
      <pc:sldChg chg="addSp delSp modSp new mod ord modNotesTx">
        <pc:chgData name="Cheng, Yingxin" userId="1b1d5a7c-9f32-44a5-b5cd-0d28224007b5" providerId="ADAL" clId="{977398C1-E06B-49D1-A143-AD5084768011}" dt="2023-09-19T03:17:52.280" v="11259" actId="20577"/>
        <pc:sldMkLst>
          <pc:docMk/>
          <pc:sldMk cId="3306856360" sldId="2147470990"/>
        </pc:sldMkLst>
        <pc:spChg chg="mod">
          <ac:chgData name="Cheng, Yingxin" userId="1b1d5a7c-9f32-44a5-b5cd-0d28224007b5" providerId="ADAL" clId="{977398C1-E06B-49D1-A143-AD5084768011}" dt="2023-09-05T08:37:17.714" v="10009" actId="20577"/>
          <ac:spMkLst>
            <pc:docMk/>
            <pc:sldMk cId="3306856360" sldId="2147470990"/>
            <ac:spMk id="2" creationId="{1905C6CB-F12B-0372-F2FD-C6087EE783CE}"/>
          </ac:spMkLst>
        </pc:spChg>
        <pc:spChg chg="add del mod">
          <ac:chgData name="Cheng, Yingxin" userId="1b1d5a7c-9f32-44a5-b5cd-0d28224007b5" providerId="ADAL" clId="{977398C1-E06B-49D1-A143-AD5084768011}" dt="2023-09-05T05:39:33.476" v="7693" actId="478"/>
          <ac:spMkLst>
            <pc:docMk/>
            <pc:sldMk cId="3306856360" sldId="2147470990"/>
            <ac:spMk id="3" creationId="{0BE9EC3E-9996-9401-3F5B-91295FBFC6A2}"/>
          </ac:spMkLst>
        </pc:spChg>
        <pc:spChg chg="del mod">
          <ac:chgData name="Cheng, Yingxin" userId="1b1d5a7c-9f32-44a5-b5cd-0d28224007b5" providerId="ADAL" clId="{977398C1-E06B-49D1-A143-AD5084768011}" dt="2023-08-31T07:15:40.230" v="3669" actId="478"/>
          <ac:spMkLst>
            <pc:docMk/>
            <pc:sldMk cId="3306856360" sldId="2147470990"/>
            <ac:spMk id="3" creationId="{CFCAFAF4-9DB9-9DD6-C7C2-D20EC7A60A1F}"/>
          </ac:spMkLst>
        </pc:spChg>
        <pc:spChg chg="add mod">
          <ac:chgData name="Cheng, Yingxin" userId="1b1d5a7c-9f32-44a5-b5cd-0d28224007b5" providerId="ADAL" clId="{977398C1-E06B-49D1-A143-AD5084768011}" dt="2023-09-05T05:33:27.777" v="7568" actId="113"/>
          <ac:spMkLst>
            <pc:docMk/>
            <pc:sldMk cId="3306856360" sldId="2147470990"/>
            <ac:spMk id="6" creationId="{D13615F7-A00F-AE2B-3EF0-DC405E047B41}"/>
          </ac:spMkLst>
        </pc:spChg>
        <pc:picChg chg="add mod">
          <ac:chgData name="Cheng, Yingxin" userId="1b1d5a7c-9f32-44a5-b5cd-0d28224007b5" providerId="ADAL" clId="{977398C1-E06B-49D1-A143-AD5084768011}" dt="2023-09-05T05:39:26.627" v="7692" actId="14100"/>
          <ac:picMkLst>
            <pc:docMk/>
            <pc:sldMk cId="3306856360" sldId="2147470990"/>
            <ac:picMk id="5" creationId="{FAC9C3AA-B128-3915-9F64-CA76C6E6F2E1}"/>
          </ac:picMkLst>
        </pc:picChg>
        <pc:cxnChg chg="add mod">
          <ac:chgData name="Cheng, Yingxin" userId="1b1d5a7c-9f32-44a5-b5cd-0d28224007b5" providerId="ADAL" clId="{977398C1-E06B-49D1-A143-AD5084768011}" dt="2023-08-31T07:24:05.312" v="3820" actId="208"/>
          <ac:cxnSpMkLst>
            <pc:docMk/>
            <pc:sldMk cId="3306856360" sldId="2147470990"/>
            <ac:cxnSpMk id="7" creationId="{D92BC5F5-261F-B75A-C58D-1DB7742A6C28}"/>
          </ac:cxnSpMkLst>
        </pc:cxnChg>
        <pc:cxnChg chg="add mod">
          <ac:chgData name="Cheng, Yingxin" userId="1b1d5a7c-9f32-44a5-b5cd-0d28224007b5" providerId="ADAL" clId="{977398C1-E06B-49D1-A143-AD5084768011}" dt="2023-08-31T07:24:08.736" v="3821" actId="208"/>
          <ac:cxnSpMkLst>
            <pc:docMk/>
            <pc:sldMk cId="3306856360" sldId="2147470990"/>
            <ac:cxnSpMk id="8" creationId="{181889E8-1E3C-CE5F-1CA8-BF7B984B2193}"/>
          </ac:cxnSpMkLst>
        </pc:cxnChg>
      </pc:sldChg>
      <pc:sldChg chg="addSp delSp modSp add del mod">
        <pc:chgData name="Cheng, Yingxin" userId="1b1d5a7c-9f32-44a5-b5cd-0d28224007b5" providerId="ADAL" clId="{977398C1-E06B-49D1-A143-AD5084768011}" dt="2023-09-05T06:28:34.189" v="8264" actId="2696"/>
        <pc:sldMkLst>
          <pc:docMk/>
          <pc:sldMk cId="3787116293" sldId="2147470991"/>
        </pc:sldMkLst>
        <pc:spChg chg="mod">
          <ac:chgData name="Cheng, Yingxin" userId="1b1d5a7c-9f32-44a5-b5cd-0d28224007b5" providerId="ADAL" clId="{977398C1-E06B-49D1-A143-AD5084768011}" dt="2023-09-05T05:43:55.355" v="7730" actId="20577"/>
          <ac:spMkLst>
            <pc:docMk/>
            <pc:sldMk cId="3787116293" sldId="2147470991"/>
            <ac:spMk id="2" creationId="{1905C6CB-F12B-0372-F2FD-C6087EE783CE}"/>
          </ac:spMkLst>
        </pc:spChg>
        <pc:spChg chg="del mod">
          <ac:chgData name="Cheng, Yingxin" userId="1b1d5a7c-9f32-44a5-b5cd-0d28224007b5" providerId="ADAL" clId="{977398C1-E06B-49D1-A143-AD5084768011}" dt="2023-08-31T07:19:40.797" v="3756" actId="478"/>
          <ac:spMkLst>
            <pc:docMk/>
            <pc:sldMk cId="3787116293" sldId="2147470991"/>
            <ac:spMk id="3" creationId="{CFCAFAF4-9DB9-9DD6-C7C2-D20EC7A60A1F}"/>
          </ac:spMkLst>
        </pc:spChg>
        <pc:spChg chg="add mod">
          <ac:chgData name="Cheng, Yingxin" userId="1b1d5a7c-9f32-44a5-b5cd-0d28224007b5" providerId="ADAL" clId="{977398C1-E06B-49D1-A143-AD5084768011}" dt="2023-09-04T01:17:43.537" v="5839" actId="1036"/>
          <ac:spMkLst>
            <pc:docMk/>
            <pc:sldMk cId="3787116293" sldId="2147470991"/>
            <ac:spMk id="8" creationId="{0ABA9284-8EE5-2651-63CE-ACCBB09C1D8B}"/>
          </ac:spMkLst>
        </pc:spChg>
        <pc:spChg chg="add mod">
          <ac:chgData name="Cheng, Yingxin" userId="1b1d5a7c-9f32-44a5-b5cd-0d28224007b5" providerId="ADAL" clId="{977398C1-E06B-49D1-A143-AD5084768011}" dt="2023-09-04T01:17:43.537" v="5839" actId="1036"/>
          <ac:spMkLst>
            <pc:docMk/>
            <pc:sldMk cId="3787116293" sldId="2147470991"/>
            <ac:spMk id="9" creationId="{D21F8E92-4882-B6A6-7EA3-297421E54C11}"/>
          </ac:spMkLst>
        </pc:spChg>
        <pc:spChg chg="add mod">
          <ac:chgData name="Cheng, Yingxin" userId="1b1d5a7c-9f32-44a5-b5cd-0d28224007b5" providerId="ADAL" clId="{977398C1-E06B-49D1-A143-AD5084768011}" dt="2023-09-04T01:17:35.477" v="5823" actId="1076"/>
          <ac:spMkLst>
            <pc:docMk/>
            <pc:sldMk cId="3787116293" sldId="2147470991"/>
            <ac:spMk id="10" creationId="{CF920A2F-5CA4-A1F2-D616-BA802A3102ED}"/>
          </ac:spMkLst>
        </pc:spChg>
        <pc:spChg chg="add mod">
          <ac:chgData name="Cheng, Yingxin" userId="1b1d5a7c-9f32-44a5-b5cd-0d28224007b5" providerId="ADAL" clId="{977398C1-E06B-49D1-A143-AD5084768011}" dt="2023-09-04T01:17:43.537" v="5839" actId="1036"/>
          <ac:spMkLst>
            <pc:docMk/>
            <pc:sldMk cId="3787116293" sldId="2147470991"/>
            <ac:spMk id="11" creationId="{7DC0B82F-55CE-1182-73DC-1BD4397B20BD}"/>
          </ac:spMkLst>
        </pc:spChg>
        <pc:spChg chg="add mod">
          <ac:chgData name="Cheng, Yingxin" userId="1b1d5a7c-9f32-44a5-b5cd-0d28224007b5" providerId="ADAL" clId="{977398C1-E06B-49D1-A143-AD5084768011}" dt="2023-09-04T01:17:43.537" v="5839" actId="1036"/>
          <ac:spMkLst>
            <pc:docMk/>
            <pc:sldMk cId="3787116293" sldId="2147470991"/>
            <ac:spMk id="12" creationId="{41B09858-6FBE-CE59-3C04-AC22A5825E4F}"/>
          </ac:spMkLst>
        </pc:spChg>
        <pc:spChg chg="add mod">
          <ac:chgData name="Cheng, Yingxin" userId="1b1d5a7c-9f32-44a5-b5cd-0d28224007b5" providerId="ADAL" clId="{977398C1-E06B-49D1-A143-AD5084768011}" dt="2023-09-04T01:17:43.537" v="5839" actId="1036"/>
          <ac:spMkLst>
            <pc:docMk/>
            <pc:sldMk cId="3787116293" sldId="2147470991"/>
            <ac:spMk id="13" creationId="{0E883AE1-04A4-D503-733C-661B08D9B4D9}"/>
          </ac:spMkLst>
        </pc:spChg>
        <pc:picChg chg="add mod modCrop">
          <ac:chgData name="Cheng, Yingxin" userId="1b1d5a7c-9f32-44a5-b5cd-0d28224007b5" providerId="ADAL" clId="{977398C1-E06B-49D1-A143-AD5084768011}" dt="2023-09-04T01:17:43.537" v="5839" actId="1036"/>
          <ac:picMkLst>
            <pc:docMk/>
            <pc:sldMk cId="3787116293" sldId="2147470991"/>
            <ac:picMk id="5" creationId="{55C01D56-EC4D-E45B-0C59-4C5638FA36FE}"/>
          </ac:picMkLst>
        </pc:picChg>
        <pc:picChg chg="add mod modCrop">
          <ac:chgData name="Cheng, Yingxin" userId="1b1d5a7c-9f32-44a5-b5cd-0d28224007b5" providerId="ADAL" clId="{977398C1-E06B-49D1-A143-AD5084768011}" dt="2023-09-04T01:17:43.537" v="5839" actId="1036"/>
          <ac:picMkLst>
            <pc:docMk/>
            <pc:sldMk cId="3787116293" sldId="2147470991"/>
            <ac:picMk id="7" creationId="{254C1FA7-DDB2-18E3-6B5F-2495E4212A3D}"/>
          </ac:picMkLst>
        </pc:picChg>
        <pc:cxnChg chg="add mod">
          <ac:chgData name="Cheng, Yingxin" userId="1b1d5a7c-9f32-44a5-b5cd-0d28224007b5" providerId="ADAL" clId="{977398C1-E06B-49D1-A143-AD5084768011}" dt="2023-09-04T01:17:43.537" v="5839" actId="1036"/>
          <ac:cxnSpMkLst>
            <pc:docMk/>
            <pc:sldMk cId="3787116293" sldId="2147470991"/>
            <ac:cxnSpMk id="15" creationId="{0EB39433-6A4A-CA5E-9749-D7D5C04DB6E9}"/>
          </ac:cxnSpMkLst>
        </pc:cxnChg>
      </pc:sldChg>
      <pc:sldChg chg="modSp add del mod">
        <pc:chgData name="Cheng, Yingxin" userId="1b1d5a7c-9f32-44a5-b5cd-0d28224007b5" providerId="ADAL" clId="{977398C1-E06B-49D1-A143-AD5084768011}" dt="2023-09-05T05:30:37.611" v="7526" actId="2696"/>
        <pc:sldMkLst>
          <pc:docMk/>
          <pc:sldMk cId="2153539049" sldId="2147470992"/>
        </pc:sldMkLst>
        <pc:spChg chg="mod">
          <ac:chgData name="Cheng, Yingxin" userId="1b1d5a7c-9f32-44a5-b5cd-0d28224007b5" providerId="ADAL" clId="{977398C1-E06B-49D1-A143-AD5084768011}" dt="2023-08-31T08:27:23.226" v="5544" actId="20577"/>
          <ac:spMkLst>
            <pc:docMk/>
            <pc:sldMk cId="2153539049" sldId="2147470992"/>
            <ac:spMk id="2" creationId="{1905C6CB-F12B-0372-F2FD-C6087EE783CE}"/>
          </ac:spMkLst>
        </pc:spChg>
        <pc:spChg chg="mod">
          <ac:chgData name="Cheng, Yingxin" userId="1b1d5a7c-9f32-44a5-b5cd-0d28224007b5" providerId="ADAL" clId="{977398C1-E06B-49D1-A143-AD5084768011}" dt="2023-09-04T01:15:02.980" v="5813" actId="20577"/>
          <ac:spMkLst>
            <pc:docMk/>
            <pc:sldMk cId="2153539049" sldId="2147470992"/>
            <ac:spMk id="3" creationId="{CFCAFAF4-9DB9-9DD6-C7C2-D20EC7A60A1F}"/>
          </ac:spMkLst>
        </pc:spChg>
      </pc:sldChg>
      <pc:sldChg chg="addSp delSp modSp add mod modNotesTx">
        <pc:chgData name="Cheng, Yingxin" userId="1b1d5a7c-9f32-44a5-b5cd-0d28224007b5" providerId="ADAL" clId="{977398C1-E06B-49D1-A143-AD5084768011}" dt="2023-09-15T09:27:21.460" v="10456"/>
        <pc:sldMkLst>
          <pc:docMk/>
          <pc:sldMk cId="2150127175" sldId="2147470993"/>
        </pc:sldMkLst>
        <pc:spChg chg="mod">
          <ac:chgData name="Cheng, Yingxin" userId="1b1d5a7c-9f32-44a5-b5cd-0d28224007b5" providerId="ADAL" clId="{977398C1-E06B-49D1-A143-AD5084768011}" dt="2023-09-05T13:52:47.805" v="10209" actId="20577"/>
          <ac:spMkLst>
            <pc:docMk/>
            <pc:sldMk cId="2150127175" sldId="2147470993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5T08:41:30.224" v="10085" actId="20577"/>
          <ac:spMkLst>
            <pc:docMk/>
            <pc:sldMk cId="2150127175" sldId="2147470993"/>
            <ac:spMk id="3" creationId="{C04FE33A-C54B-4B20-8C08-D0ADB8B0D963}"/>
          </ac:spMkLst>
        </pc:spChg>
        <pc:spChg chg="add mod">
          <ac:chgData name="Cheng, Yingxin" userId="1b1d5a7c-9f32-44a5-b5cd-0d28224007b5" providerId="ADAL" clId="{977398C1-E06B-49D1-A143-AD5084768011}" dt="2023-08-31T07:57:09.643" v="4791" actId="208"/>
          <ac:spMkLst>
            <pc:docMk/>
            <pc:sldMk cId="2150127175" sldId="2147470993"/>
            <ac:spMk id="6" creationId="{32DBE8DC-1C86-3E0C-EC7F-478EDFFE1233}"/>
          </ac:spMkLst>
        </pc:spChg>
        <pc:spChg chg="add mod">
          <ac:chgData name="Cheng, Yingxin" userId="1b1d5a7c-9f32-44a5-b5cd-0d28224007b5" providerId="ADAL" clId="{977398C1-E06B-49D1-A143-AD5084768011}" dt="2023-08-31T07:57:01.578" v="4789" actId="208"/>
          <ac:spMkLst>
            <pc:docMk/>
            <pc:sldMk cId="2150127175" sldId="2147470993"/>
            <ac:spMk id="7" creationId="{9ED597B7-E828-5406-E39E-9EECDA45CB96}"/>
          </ac:spMkLst>
        </pc:spChg>
        <pc:spChg chg="add mod">
          <ac:chgData name="Cheng, Yingxin" userId="1b1d5a7c-9f32-44a5-b5cd-0d28224007b5" providerId="ADAL" clId="{977398C1-E06B-49D1-A143-AD5084768011}" dt="2023-09-05T07:51:20.148" v="9121" actId="1076"/>
          <ac:spMkLst>
            <pc:docMk/>
            <pc:sldMk cId="2150127175" sldId="2147470993"/>
            <ac:spMk id="9" creationId="{949B3FB0-6D5F-CCF1-F997-0EA76D626F69}"/>
          </ac:spMkLst>
        </pc:spChg>
        <pc:spChg chg="add mod">
          <ac:chgData name="Cheng, Yingxin" userId="1b1d5a7c-9f32-44a5-b5cd-0d28224007b5" providerId="ADAL" clId="{977398C1-E06B-49D1-A143-AD5084768011}" dt="2023-09-05T07:55:01.713" v="9168" actId="14100"/>
          <ac:spMkLst>
            <pc:docMk/>
            <pc:sldMk cId="2150127175" sldId="2147470993"/>
            <ac:spMk id="12" creationId="{25AB4A55-42E0-256F-05BB-E91BF718356D}"/>
          </ac:spMkLst>
        </pc:spChg>
        <pc:spChg chg="add mod">
          <ac:chgData name="Cheng, Yingxin" userId="1b1d5a7c-9f32-44a5-b5cd-0d28224007b5" providerId="ADAL" clId="{977398C1-E06B-49D1-A143-AD5084768011}" dt="2023-09-01T02:21:59.101" v="5805"/>
          <ac:spMkLst>
            <pc:docMk/>
            <pc:sldMk cId="2150127175" sldId="2147470993"/>
            <ac:spMk id="12" creationId="{4AC76F1F-160F-FC74-1B2E-86F6E89A3E67}"/>
          </ac:spMkLst>
        </pc:spChg>
        <pc:spChg chg="add mod">
          <ac:chgData name="Cheng, Yingxin" userId="1b1d5a7c-9f32-44a5-b5cd-0d28224007b5" providerId="ADAL" clId="{977398C1-E06B-49D1-A143-AD5084768011}" dt="2023-09-05T08:41:47.072" v="10086" actId="14100"/>
          <ac:spMkLst>
            <pc:docMk/>
            <pc:sldMk cId="2150127175" sldId="2147470993"/>
            <ac:spMk id="15" creationId="{B4D8CF81-2F6E-27A1-32AF-967F6B3DB3BA}"/>
          </ac:spMkLst>
        </pc:spChg>
        <pc:spChg chg="add mod">
          <ac:chgData name="Cheng, Yingxin" userId="1b1d5a7c-9f32-44a5-b5cd-0d28224007b5" providerId="ADAL" clId="{977398C1-E06B-49D1-A143-AD5084768011}" dt="2023-09-05T08:41:52.926" v="10087" actId="1076"/>
          <ac:spMkLst>
            <pc:docMk/>
            <pc:sldMk cId="2150127175" sldId="2147470993"/>
            <ac:spMk id="22" creationId="{C0F0D27E-3A6B-6790-51AF-1921A4EBF3A7}"/>
          </ac:spMkLst>
        </pc:spChg>
        <pc:grpChg chg="add del mod">
          <ac:chgData name="Cheng, Yingxin" userId="1b1d5a7c-9f32-44a5-b5cd-0d28224007b5" providerId="ADAL" clId="{977398C1-E06B-49D1-A143-AD5084768011}" dt="2023-09-05T07:37:48.661" v="9027" actId="478"/>
          <ac:grpSpMkLst>
            <pc:docMk/>
            <pc:sldMk cId="2150127175" sldId="2147470993"/>
            <ac:grpSpMk id="8" creationId="{67C06F6A-02EC-CB89-E17D-EF42A7281689}"/>
          </ac:grpSpMkLst>
        </pc:grpChg>
        <pc:picChg chg="add mod">
          <ac:chgData name="Cheng, Yingxin" userId="1b1d5a7c-9f32-44a5-b5cd-0d28224007b5" providerId="ADAL" clId="{977398C1-E06B-49D1-A143-AD5084768011}" dt="2023-09-05T07:51:20.148" v="9121" actId="1076"/>
          <ac:picMkLst>
            <pc:docMk/>
            <pc:sldMk cId="2150127175" sldId="2147470993"/>
            <ac:picMk id="4" creationId="{3D028EB4-2459-1C70-7692-8E13CA3F12B2}"/>
          </ac:picMkLst>
        </pc:picChg>
        <pc:picChg chg="add mod">
          <ac:chgData name="Cheng, Yingxin" userId="1b1d5a7c-9f32-44a5-b5cd-0d28224007b5" providerId="ADAL" clId="{977398C1-E06B-49D1-A143-AD5084768011}" dt="2023-09-01T02:21:59.101" v="5805"/>
          <ac:picMkLst>
            <pc:docMk/>
            <pc:sldMk cId="2150127175" sldId="2147470993"/>
            <ac:picMk id="4" creationId="{C0DD20D0-F0F3-B540-6588-597993E97884}"/>
          </ac:picMkLst>
        </pc:picChg>
        <pc:picChg chg="add mod modCrop">
          <ac:chgData name="Cheng, Yingxin" userId="1b1d5a7c-9f32-44a5-b5cd-0d28224007b5" providerId="ADAL" clId="{977398C1-E06B-49D1-A143-AD5084768011}" dt="2023-08-31T07:49:22.067" v="4589" actId="164"/>
          <ac:picMkLst>
            <pc:docMk/>
            <pc:sldMk cId="2150127175" sldId="2147470993"/>
            <ac:picMk id="5" creationId="{E96F0FDE-354B-5E88-73C7-5076FCE2CD4F}"/>
          </ac:picMkLst>
        </pc:picChg>
        <pc:picChg chg="add mod">
          <ac:chgData name="Cheng, Yingxin" userId="1b1d5a7c-9f32-44a5-b5cd-0d28224007b5" providerId="ADAL" clId="{977398C1-E06B-49D1-A143-AD5084768011}" dt="2023-09-01T02:21:59.101" v="5805"/>
          <ac:picMkLst>
            <pc:docMk/>
            <pc:sldMk cId="2150127175" sldId="2147470993"/>
            <ac:picMk id="9" creationId="{CDAD4606-C554-435D-F234-C29FA9227479}"/>
          </ac:picMkLst>
        </pc:picChg>
        <pc:picChg chg="add mod">
          <ac:chgData name="Cheng, Yingxin" userId="1b1d5a7c-9f32-44a5-b5cd-0d28224007b5" providerId="ADAL" clId="{977398C1-E06B-49D1-A143-AD5084768011}" dt="2023-09-01T02:21:59.101" v="5805"/>
          <ac:picMkLst>
            <pc:docMk/>
            <pc:sldMk cId="2150127175" sldId="2147470993"/>
            <ac:picMk id="10" creationId="{15A95E22-D55C-3D04-867E-1C101D1469BD}"/>
          </ac:picMkLst>
        </pc:picChg>
        <pc:picChg chg="add mod">
          <ac:chgData name="Cheng, Yingxin" userId="1b1d5a7c-9f32-44a5-b5cd-0d28224007b5" providerId="ADAL" clId="{977398C1-E06B-49D1-A143-AD5084768011}" dt="2023-09-05T07:51:05.296" v="9117" actId="14100"/>
          <ac:picMkLst>
            <pc:docMk/>
            <pc:sldMk cId="2150127175" sldId="2147470993"/>
            <ac:picMk id="11" creationId="{70152BBF-C839-2C33-F8C8-5056BD24ACCC}"/>
          </ac:picMkLst>
        </pc:picChg>
        <pc:picChg chg="add mod">
          <ac:chgData name="Cheng, Yingxin" userId="1b1d5a7c-9f32-44a5-b5cd-0d28224007b5" providerId="ADAL" clId="{977398C1-E06B-49D1-A143-AD5084768011}" dt="2023-09-01T02:21:59.101" v="5805"/>
          <ac:picMkLst>
            <pc:docMk/>
            <pc:sldMk cId="2150127175" sldId="2147470993"/>
            <ac:picMk id="11" creationId="{BA2D70A2-DF3B-4278-D7BB-4E66B50FB2EC}"/>
          </ac:picMkLst>
        </pc:picChg>
        <pc:picChg chg="add mod modCrop">
          <ac:chgData name="Cheng, Yingxin" userId="1b1d5a7c-9f32-44a5-b5cd-0d28224007b5" providerId="ADAL" clId="{977398C1-E06B-49D1-A143-AD5084768011}" dt="2023-09-05T08:12:37.871" v="9399" actId="1076"/>
          <ac:picMkLst>
            <pc:docMk/>
            <pc:sldMk cId="2150127175" sldId="2147470993"/>
            <ac:picMk id="14" creationId="{E3200CC4-2BD8-09D1-FF90-024B4050BE4F}"/>
          </ac:picMkLst>
        </pc:picChg>
        <pc:cxnChg chg="add mod">
          <ac:chgData name="Cheng, Yingxin" userId="1b1d5a7c-9f32-44a5-b5cd-0d28224007b5" providerId="ADAL" clId="{977398C1-E06B-49D1-A143-AD5084768011}" dt="2023-09-01T02:21:59.101" v="5805"/>
          <ac:cxnSpMkLst>
            <pc:docMk/>
            <pc:sldMk cId="2150127175" sldId="2147470993"/>
            <ac:cxnSpMk id="13" creationId="{BA5FD427-C543-6F7A-E57B-13EB5C35692D}"/>
          </ac:cxnSpMkLst>
        </pc:cxnChg>
        <pc:cxnChg chg="add mod">
          <ac:chgData name="Cheng, Yingxin" userId="1b1d5a7c-9f32-44a5-b5cd-0d28224007b5" providerId="ADAL" clId="{977398C1-E06B-49D1-A143-AD5084768011}" dt="2023-09-01T02:21:59.101" v="5805"/>
          <ac:cxnSpMkLst>
            <pc:docMk/>
            <pc:sldMk cId="2150127175" sldId="2147470993"/>
            <ac:cxnSpMk id="14" creationId="{A958A635-AD65-501C-A5AF-34F9A7BAF709}"/>
          </ac:cxnSpMkLst>
        </pc:cxnChg>
        <pc:cxnChg chg="add mod">
          <ac:chgData name="Cheng, Yingxin" userId="1b1d5a7c-9f32-44a5-b5cd-0d28224007b5" providerId="ADAL" clId="{977398C1-E06B-49D1-A143-AD5084768011}" dt="2023-09-05T07:52:07.347" v="9131" actId="692"/>
          <ac:cxnSpMkLst>
            <pc:docMk/>
            <pc:sldMk cId="2150127175" sldId="2147470993"/>
            <ac:cxnSpMk id="16" creationId="{A4E12445-C078-1F6B-D0C2-438D447CF3A9}"/>
          </ac:cxnSpMkLst>
        </pc:cxnChg>
        <pc:cxnChg chg="add mod">
          <ac:chgData name="Cheng, Yingxin" userId="1b1d5a7c-9f32-44a5-b5cd-0d28224007b5" providerId="ADAL" clId="{977398C1-E06B-49D1-A143-AD5084768011}" dt="2023-09-05T08:12:40.928" v="9400" actId="14100"/>
          <ac:cxnSpMkLst>
            <pc:docMk/>
            <pc:sldMk cId="2150127175" sldId="2147470993"/>
            <ac:cxnSpMk id="19" creationId="{FA1F6024-49CA-680D-7E7D-DE470B5EBBEB}"/>
          </ac:cxnSpMkLst>
        </pc:cxnChg>
      </pc:sldChg>
      <pc:sldChg chg="addSp delSp modSp add del mod">
        <pc:chgData name="Cheng, Yingxin" userId="1b1d5a7c-9f32-44a5-b5cd-0d28224007b5" providerId="ADAL" clId="{977398C1-E06B-49D1-A143-AD5084768011}" dt="2023-09-05T07:55:24.845" v="9170" actId="2696"/>
        <pc:sldMkLst>
          <pc:docMk/>
          <pc:sldMk cId="182650214" sldId="2147470994"/>
        </pc:sldMkLst>
        <pc:spChg chg="mod">
          <ac:chgData name="Cheng, Yingxin" userId="1b1d5a7c-9f32-44a5-b5cd-0d28224007b5" providerId="ADAL" clId="{977398C1-E06B-49D1-A143-AD5084768011}" dt="2023-08-31T07:49:42.312" v="4591" actId="20577"/>
          <ac:spMkLst>
            <pc:docMk/>
            <pc:sldMk cId="182650214" sldId="2147470994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4T01:22:48.910" v="5865" actId="20577"/>
          <ac:spMkLst>
            <pc:docMk/>
            <pc:sldMk cId="182650214" sldId="2147470994"/>
            <ac:spMk id="3" creationId="{C04FE33A-C54B-4B20-8C08-D0ADB8B0D963}"/>
          </ac:spMkLst>
        </pc:spChg>
        <pc:spChg chg="del">
          <ac:chgData name="Cheng, Yingxin" userId="1b1d5a7c-9f32-44a5-b5cd-0d28224007b5" providerId="ADAL" clId="{977398C1-E06B-49D1-A143-AD5084768011}" dt="2023-08-31T07:48:25.151" v="4586" actId="478"/>
          <ac:spMkLst>
            <pc:docMk/>
            <pc:sldMk cId="182650214" sldId="2147470994"/>
            <ac:spMk id="6" creationId="{32DBE8DC-1C86-3E0C-EC7F-478EDFFE1233}"/>
          </ac:spMkLst>
        </pc:spChg>
        <pc:spChg chg="del">
          <ac:chgData name="Cheng, Yingxin" userId="1b1d5a7c-9f32-44a5-b5cd-0d28224007b5" providerId="ADAL" clId="{977398C1-E06B-49D1-A143-AD5084768011}" dt="2023-08-31T07:48:25.151" v="4586" actId="478"/>
          <ac:spMkLst>
            <pc:docMk/>
            <pc:sldMk cId="182650214" sldId="2147470994"/>
            <ac:spMk id="7" creationId="{9ED597B7-E828-5406-E39E-9EECDA45CB96}"/>
          </ac:spMkLst>
        </pc:spChg>
        <pc:spChg chg="add mod">
          <ac:chgData name="Cheng, Yingxin" userId="1b1d5a7c-9f32-44a5-b5cd-0d28224007b5" providerId="ADAL" clId="{977398C1-E06B-49D1-A143-AD5084768011}" dt="2023-08-31T07:59:55.780" v="4805" actId="164"/>
          <ac:spMkLst>
            <pc:docMk/>
            <pc:sldMk cId="182650214" sldId="2147470994"/>
            <ac:spMk id="11" creationId="{2A4FEA64-A182-5B9F-757D-91DFD6BFD51C}"/>
          </ac:spMkLst>
        </pc:spChg>
        <pc:spChg chg="add mod">
          <ac:chgData name="Cheng, Yingxin" userId="1b1d5a7c-9f32-44a5-b5cd-0d28224007b5" providerId="ADAL" clId="{977398C1-E06B-49D1-A143-AD5084768011}" dt="2023-08-31T07:59:52.003" v="4804" actId="164"/>
          <ac:spMkLst>
            <pc:docMk/>
            <pc:sldMk cId="182650214" sldId="2147470994"/>
            <ac:spMk id="12" creationId="{D12CC170-8F57-1718-3AAB-EDCD89469476}"/>
          </ac:spMkLst>
        </pc:spChg>
        <pc:spChg chg="add mod">
          <ac:chgData name="Cheng, Yingxin" userId="1b1d5a7c-9f32-44a5-b5cd-0d28224007b5" providerId="ADAL" clId="{977398C1-E06B-49D1-A143-AD5084768011}" dt="2023-08-31T08:03:26.454" v="4935" actId="1076"/>
          <ac:spMkLst>
            <pc:docMk/>
            <pc:sldMk cId="182650214" sldId="2147470994"/>
            <ac:spMk id="17" creationId="{72FF675D-289B-01AA-E60E-B01FEE496386}"/>
          </ac:spMkLst>
        </pc:spChg>
        <pc:grpChg chg="add mod">
          <ac:chgData name="Cheng, Yingxin" userId="1b1d5a7c-9f32-44a5-b5cd-0d28224007b5" providerId="ADAL" clId="{977398C1-E06B-49D1-A143-AD5084768011}" dt="2023-08-31T08:02:12.810" v="4851" actId="1076"/>
          <ac:grpSpMkLst>
            <pc:docMk/>
            <pc:sldMk cId="182650214" sldId="2147470994"/>
            <ac:grpSpMk id="15" creationId="{423CEFB3-47A4-E018-129D-F1EDA62CAE04}"/>
          </ac:grpSpMkLst>
        </pc:grpChg>
        <pc:grpChg chg="add mod">
          <ac:chgData name="Cheng, Yingxin" userId="1b1d5a7c-9f32-44a5-b5cd-0d28224007b5" providerId="ADAL" clId="{977398C1-E06B-49D1-A143-AD5084768011}" dt="2023-08-31T08:02:12.810" v="4851" actId="1076"/>
          <ac:grpSpMkLst>
            <pc:docMk/>
            <pc:sldMk cId="182650214" sldId="2147470994"/>
            <ac:grpSpMk id="16" creationId="{DC27CE78-362F-09D4-05FD-74FC73177144}"/>
          </ac:grpSpMkLst>
        </pc:grpChg>
        <pc:picChg chg="del">
          <ac:chgData name="Cheng, Yingxin" userId="1b1d5a7c-9f32-44a5-b5cd-0d28224007b5" providerId="ADAL" clId="{977398C1-E06B-49D1-A143-AD5084768011}" dt="2023-08-31T07:48:25.151" v="4586" actId="478"/>
          <ac:picMkLst>
            <pc:docMk/>
            <pc:sldMk cId="182650214" sldId="2147470994"/>
            <ac:picMk id="5" creationId="{E96F0FDE-354B-5E88-73C7-5076FCE2CD4F}"/>
          </ac:picMkLst>
        </pc:picChg>
        <pc:picChg chg="add mod">
          <ac:chgData name="Cheng, Yingxin" userId="1b1d5a7c-9f32-44a5-b5cd-0d28224007b5" providerId="ADAL" clId="{977398C1-E06B-49D1-A143-AD5084768011}" dt="2023-08-31T07:59:55.780" v="4805" actId="164"/>
          <ac:picMkLst>
            <pc:docMk/>
            <pc:sldMk cId="182650214" sldId="2147470994"/>
            <ac:picMk id="8" creationId="{CA22299F-1899-EAFE-F65A-5148887892A7}"/>
          </ac:picMkLst>
        </pc:picChg>
        <pc:picChg chg="add mod">
          <ac:chgData name="Cheng, Yingxin" userId="1b1d5a7c-9f32-44a5-b5cd-0d28224007b5" providerId="ADAL" clId="{977398C1-E06B-49D1-A143-AD5084768011}" dt="2023-08-31T07:59:52.003" v="4804" actId="164"/>
          <ac:picMkLst>
            <pc:docMk/>
            <pc:sldMk cId="182650214" sldId="2147470994"/>
            <ac:picMk id="10" creationId="{DBE0C21F-06CA-AB5F-C773-55D3BCF3CD8C}"/>
          </ac:picMkLst>
        </pc:picChg>
        <pc:picChg chg="add mod">
          <ac:chgData name="Cheng, Yingxin" userId="1b1d5a7c-9f32-44a5-b5cd-0d28224007b5" providerId="ADAL" clId="{977398C1-E06B-49D1-A143-AD5084768011}" dt="2023-08-31T08:02:47.981" v="4896" actId="1076"/>
          <ac:picMkLst>
            <pc:docMk/>
            <pc:sldMk cId="182650214" sldId="2147470994"/>
            <ac:picMk id="14" creationId="{EF0739EA-AE03-CAD2-7F22-C995DADC3CFB}"/>
          </ac:picMkLst>
        </pc:picChg>
        <pc:cxnChg chg="add mod">
          <ac:chgData name="Cheng, Yingxin" userId="1b1d5a7c-9f32-44a5-b5cd-0d28224007b5" providerId="ADAL" clId="{977398C1-E06B-49D1-A143-AD5084768011}" dt="2023-08-31T08:03:32.580" v="4937" actId="14100"/>
          <ac:cxnSpMkLst>
            <pc:docMk/>
            <pc:sldMk cId="182650214" sldId="2147470994"/>
            <ac:cxnSpMk id="18" creationId="{FE23600B-48C7-330C-0715-B11D339B36FF}"/>
          </ac:cxnSpMkLst>
        </pc:cxnChg>
        <pc:cxnChg chg="add mod">
          <ac:chgData name="Cheng, Yingxin" userId="1b1d5a7c-9f32-44a5-b5cd-0d28224007b5" providerId="ADAL" clId="{977398C1-E06B-49D1-A143-AD5084768011}" dt="2023-08-31T08:03:29.861" v="4936" actId="14100"/>
          <ac:cxnSpMkLst>
            <pc:docMk/>
            <pc:sldMk cId="182650214" sldId="2147470994"/>
            <ac:cxnSpMk id="19" creationId="{88E7B3A4-A6A1-0080-03F4-4CB7F1DCA45D}"/>
          </ac:cxnSpMkLst>
        </pc:cxnChg>
      </pc:sldChg>
      <pc:sldChg chg="addSp delSp modSp add mod">
        <pc:chgData name="Cheng, Yingxin" userId="1b1d5a7c-9f32-44a5-b5cd-0d28224007b5" providerId="ADAL" clId="{977398C1-E06B-49D1-A143-AD5084768011}" dt="2023-09-07T03:45:46.453" v="10423" actId="20577"/>
        <pc:sldMkLst>
          <pc:docMk/>
          <pc:sldMk cId="1188911624" sldId="2147470995"/>
        </pc:sldMkLst>
        <pc:spChg chg="mod">
          <ac:chgData name="Cheng, Yingxin" userId="1b1d5a7c-9f32-44a5-b5cd-0d28224007b5" providerId="ADAL" clId="{977398C1-E06B-49D1-A143-AD5084768011}" dt="2023-09-05T08:43:21.527" v="10165" actId="207"/>
          <ac:spMkLst>
            <pc:docMk/>
            <pc:sldMk cId="1188911624" sldId="2147470995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4T01:49:11.858" v="5889" actId="20577"/>
          <ac:spMkLst>
            <pc:docMk/>
            <pc:sldMk cId="1188911624" sldId="2147470995"/>
            <ac:spMk id="3" creationId="{C04FE33A-C54B-4B20-8C08-D0ADB8B0D963}"/>
          </ac:spMkLst>
        </pc:spChg>
        <pc:spChg chg="del">
          <ac:chgData name="Cheng, Yingxin" userId="1b1d5a7c-9f32-44a5-b5cd-0d28224007b5" providerId="ADAL" clId="{977398C1-E06B-49D1-A143-AD5084768011}" dt="2023-08-31T08:05:41.715" v="4970" actId="478"/>
          <ac:spMkLst>
            <pc:docMk/>
            <pc:sldMk cId="1188911624" sldId="2147470995"/>
            <ac:spMk id="17" creationId="{72FF675D-289B-01AA-E60E-B01FEE496386}"/>
          </ac:spMkLst>
        </pc:spChg>
        <pc:spChg chg="add mod">
          <ac:chgData name="Cheng, Yingxin" userId="1b1d5a7c-9f32-44a5-b5cd-0d28224007b5" providerId="ADAL" clId="{977398C1-E06B-49D1-A143-AD5084768011}" dt="2023-09-07T03:45:42.262" v="10418" actId="20577"/>
          <ac:spMkLst>
            <pc:docMk/>
            <pc:sldMk cId="1188911624" sldId="2147470995"/>
            <ac:spMk id="22" creationId="{386B0D0F-3A67-34E8-DE5C-43649FB184FA}"/>
          </ac:spMkLst>
        </pc:spChg>
        <pc:spChg chg="add mod">
          <ac:chgData name="Cheng, Yingxin" userId="1b1d5a7c-9f32-44a5-b5cd-0d28224007b5" providerId="ADAL" clId="{977398C1-E06B-49D1-A143-AD5084768011}" dt="2023-09-07T03:45:46.453" v="10423" actId="20577"/>
          <ac:spMkLst>
            <pc:docMk/>
            <pc:sldMk cId="1188911624" sldId="2147470995"/>
            <ac:spMk id="23" creationId="{560A1196-3078-505E-0134-9FB8012A3A61}"/>
          </ac:spMkLst>
        </pc:spChg>
        <pc:grpChg chg="del">
          <ac:chgData name="Cheng, Yingxin" userId="1b1d5a7c-9f32-44a5-b5cd-0d28224007b5" providerId="ADAL" clId="{977398C1-E06B-49D1-A143-AD5084768011}" dt="2023-08-31T08:05:41.715" v="4970" actId="478"/>
          <ac:grpSpMkLst>
            <pc:docMk/>
            <pc:sldMk cId="1188911624" sldId="2147470995"/>
            <ac:grpSpMk id="15" creationId="{423CEFB3-47A4-E018-129D-F1EDA62CAE04}"/>
          </ac:grpSpMkLst>
        </pc:grpChg>
        <pc:grpChg chg="del">
          <ac:chgData name="Cheng, Yingxin" userId="1b1d5a7c-9f32-44a5-b5cd-0d28224007b5" providerId="ADAL" clId="{977398C1-E06B-49D1-A143-AD5084768011}" dt="2023-08-31T08:05:41.715" v="4970" actId="478"/>
          <ac:grpSpMkLst>
            <pc:docMk/>
            <pc:sldMk cId="1188911624" sldId="2147470995"/>
            <ac:grpSpMk id="16" creationId="{DC27CE78-362F-09D4-05FD-74FC73177144}"/>
          </ac:grpSpMkLst>
        </pc:grpChg>
        <pc:picChg chg="add del mod">
          <ac:chgData name="Cheng, Yingxin" userId="1b1d5a7c-9f32-44a5-b5cd-0d28224007b5" providerId="ADAL" clId="{977398C1-E06B-49D1-A143-AD5084768011}" dt="2023-08-31T08:08:38.891" v="5089" actId="478"/>
          <ac:picMkLst>
            <pc:docMk/>
            <pc:sldMk cId="1188911624" sldId="2147470995"/>
            <ac:picMk id="5" creationId="{AE0B8A0F-673A-E3C0-FDBF-8886B53CB4E9}"/>
          </ac:picMkLst>
        </pc:picChg>
        <pc:picChg chg="add del mod">
          <ac:chgData name="Cheng, Yingxin" userId="1b1d5a7c-9f32-44a5-b5cd-0d28224007b5" providerId="ADAL" clId="{977398C1-E06B-49D1-A143-AD5084768011}" dt="2023-08-31T08:08:46.428" v="5094" actId="478"/>
          <ac:picMkLst>
            <pc:docMk/>
            <pc:sldMk cId="1188911624" sldId="2147470995"/>
            <ac:picMk id="7" creationId="{12140C27-77FE-B4EB-DBDC-1D5ABC8FC98E}"/>
          </ac:picMkLst>
        </pc:picChg>
        <pc:picChg chg="add mod modCrop">
          <ac:chgData name="Cheng, Yingxin" userId="1b1d5a7c-9f32-44a5-b5cd-0d28224007b5" providerId="ADAL" clId="{977398C1-E06B-49D1-A143-AD5084768011}" dt="2023-09-04T01:17:15.440" v="5820" actId="1076"/>
          <ac:picMkLst>
            <pc:docMk/>
            <pc:sldMk cId="1188911624" sldId="2147470995"/>
            <ac:picMk id="13" creationId="{3CD37390-1123-2A51-5651-32EAA4928C72}"/>
          </ac:picMkLst>
        </pc:picChg>
        <pc:picChg chg="del">
          <ac:chgData name="Cheng, Yingxin" userId="1b1d5a7c-9f32-44a5-b5cd-0d28224007b5" providerId="ADAL" clId="{977398C1-E06B-49D1-A143-AD5084768011}" dt="2023-08-31T08:05:41.715" v="4970" actId="478"/>
          <ac:picMkLst>
            <pc:docMk/>
            <pc:sldMk cId="1188911624" sldId="2147470995"/>
            <ac:picMk id="14" creationId="{EF0739EA-AE03-CAD2-7F22-C995DADC3CFB}"/>
          </ac:picMkLst>
        </pc:picChg>
        <pc:picChg chg="add mod modCrop">
          <ac:chgData name="Cheng, Yingxin" userId="1b1d5a7c-9f32-44a5-b5cd-0d28224007b5" providerId="ADAL" clId="{977398C1-E06B-49D1-A143-AD5084768011}" dt="2023-09-04T01:17:09.780" v="5818" actId="1076"/>
          <ac:picMkLst>
            <pc:docMk/>
            <pc:sldMk cId="1188911624" sldId="2147470995"/>
            <ac:picMk id="21" creationId="{1CD79FB8-77D5-7995-446F-18088B306F6A}"/>
          </ac:picMkLst>
        </pc:picChg>
        <pc:cxnChg chg="del">
          <ac:chgData name="Cheng, Yingxin" userId="1b1d5a7c-9f32-44a5-b5cd-0d28224007b5" providerId="ADAL" clId="{977398C1-E06B-49D1-A143-AD5084768011}" dt="2023-08-31T08:05:41.715" v="4970" actId="478"/>
          <ac:cxnSpMkLst>
            <pc:docMk/>
            <pc:sldMk cId="1188911624" sldId="2147470995"/>
            <ac:cxnSpMk id="18" creationId="{FE23600B-48C7-330C-0715-B11D339B36FF}"/>
          </ac:cxnSpMkLst>
        </pc:cxnChg>
        <pc:cxnChg chg="del mod">
          <ac:chgData name="Cheng, Yingxin" userId="1b1d5a7c-9f32-44a5-b5cd-0d28224007b5" providerId="ADAL" clId="{977398C1-E06B-49D1-A143-AD5084768011}" dt="2023-08-31T08:05:41.715" v="4970" actId="478"/>
          <ac:cxnSpMkLst>
            <pc:docMk/>
            <pc:sldMk cId="1188911624" sldId="2147470995"/>
            <ac:cxnSpMk id="19" creationId="{88E7B3A4-A6A1-0080-03F4-4CB7F1DCA45D}"/>
          </ac:cxnSpMkLst>
        </pc:cxnChg>
      </pc:sldChg>
      <pc:sldChg chg="addSp delSp modSp add del mod">
        <pc:chgData name="Cheng, Yingxin" userId="1b1d5a7c-9f32-44a5-b5cd-0d28224007b5" providerId="ADAL" clId="{977398C1-E06B-49D1-A143-AD5084768011}" dt="2023-09-05T03:45:24.514" v="7360" actId="2696"/>
        <pc:sldMkLst>
          <pc:docMk/>
          <pc:sldMk cId="1695455713" sldId="2147470996"/>
        </pc:sldMkLst>
        <pc:spChg chg="del mod">
          <ac:chgData name="Cheng, Yingxin" userId="1b1d5a7c-9f32-44a5-b5cd-0d28224007b5" providerId="ADAL" clId="{977398C1-E06B-49D1-A143-AD5084768011}" dt="2023-09-05T03:29:13.735" v="6772" actId="3680"/>
          <ac:spMkLst>
            <pc:docMk/>
            <pc:sldMk cId="1695455713" sldId="2147470996"/>
            <ac:spMk id="3" creationId="{C04FE33A-C54B-4B20-8C08-D0ADB8B0D963}"/>
          </ac:spMkLst>
        </pc:spChg>
        <pc:graphicFrameChg chg="add mod ord modGraphic">
          <ac:chgData name="Cheng, Yingxin" userId="1b1d5a7c-9f32-44a5-b5cd-0d28224007b5" providerId="ADAL" clId="{977398C1-E06B-49D1-A143-AD5084768011}" dt="2023-09-05T03:38:33.282" v="7171" actId="20577"/>
          <ac:graphicFrameMkLst>
            <pc:docMk/>
            <pc:sldMk cId="1695455713" sldId="2147470996"/>
            <ac:graphicFrameMk id="4" creationId="{099D23F1-4DF1-46EE-2050-F26279D643E3}"/>
          </ac:graphicFrameMkLst>
        </pc:graphicFrameChg>
      </pc:sldChg>
      <pc:sldChg chg="add del">
        <pc:chgData name="Cheng, Yingxin" userId="1b1d5a7c-9f32-44a5-b5cd-0d28224007b5" providerId="ADAL" clId="{977398C1-E06B-49D1-A143-AD5084768011}" dt="2023-09-04T09:30:28.825" v="5891" actId="2696"/>
        <pc:sldMkLst>
          <pc:docMk/>
          <pc:sldMk cId="3671141461" sldId="2147470996"/>
        </pc:sldMkLst>
      </pc:sldChg>
      <pc:sldChg chg="addSp modSp add del mod">
        <pc:chgData name="Cheng, Yingxin" userId="1b1d5a7c-9f32-44a5-b5cd-0d28224007b5" providerId="ADAL" clId="{977398C1-E06B-49D1-A143-AD5084768011}" dt="2023-09-07T03:37:30.163" v="10394" actId="2696"/>
        <pc:sldMkLst>
          <pc:docMk/>
          <pc:sldMk cId="4034017391" sldId="2147470997"/>
        </pc:sldMkLst>
        <pc:spChg chg="add mod">
          <ac:chgData name="Cheng, Yingxin" userId="1b1d5a7c-9f32-44a5-b5cd-0d28224007b5" providerId="ADAL" clId="{977398C1-E06B-49D1-A143-AD5084768011}" dt="2023-09-07T03:24:47.557" v="10363" actId="404"/>
          <ac:spMkLst>
            <pc:docMk/>
            <pc:sldMk cId="4034017391" sldId="2147470997"/>
            <ac:spMk id="3" creationId="{7CC8AFCC-0B48-FA82-37F2-E33212CAFFCF}"/>
          </ac:spMkLst>
        </pc:spChg>
        <pc:spChg chg="add mod">
          <ac:chgData name="Cheng, Yingxin" userId="1b1d5a7c-9f32-44a5-b5cd-0d28224007b5" providerId="ADAL" clId="{977398C1-E06B-49D1-A143-AD5084768011}" dt="2023-09-07T03:28:31.211" v="10385" actId="14100"/>
          <ac:spMkLst>
            <pc:docMk/>
            <pc:sldMk cId="4034017391" sldId="2147470997"/>
            <ac:spMk id="7" creationId="{9C07541A-1FC7-9DB2-9759-6BF17A8F5FF1}"/>
          </ac:spMkLst>
        </pc:spChg>
        <pc:spChg chg="add mod">
          <ac:chgData name="Cheng, Yingxin" userId="1b1d5a7c-9f32-44a5-b5cd-0d28224007b5" providerId="ADAL" clId="{977398C1-E06B-49D1-A143-AD5084768011}" dt="2023-09-07T03:27:40.930" v="10373" actId="14100"/>
          <ac:spMkLst>
            <pc:docMk/>
            <pc:sldMk cId="4034017391" sldId="2147470997"/>
            <ac:spMk id="8" creationId="{2DF8642F-4D21-3B48-251B-EE683575E46B}"/>
          </ac:spMkLst>
        </pc:spChg>
        <pc:spChg chg="add mod">
          <ac:chgData name="Cheng, Yingxin" userId="1b1d5a7c-9f32-44a5-b5cd-0d28224007b5" providerId="ADAL" clId="{977398C1-E06B-49D1-A143-AD5084768011}" dt="2023-09-07T03:29:04.002" v="10386" actId="14100"/>
          <ac:spMkLst>
            <pc:docMk/>
            <pc:sldMk cId="4034017391" sldId="2147470997"/>
            <ac:spMk id="9" creationId="{24BBDFC2-C4CF-06A6-04DC-0C729BD9749C}"/>
          </ac:spMkLst>
        </pc:spChg>
        <pc:graphicFrameChg chg="mod modGraphic">
          <ac:chgData name="Cheng, Yingxin" userId="1b1d5a7c-9f32-44a5-b5cd-0d28224007b5" providerId="ADAL" clId="{977398C1-E06B-49D1-A143-AD5084768011}" dt="2023-09-07T03:13:59.860" v="10347" actId="1076"/>
          <ac:graphicFrameMkLst>
            <pc:docMk/>
            <pc:sldMk cId="4034017391" sldId="2147470997"/>
            <ac:graphicFrameMk id="4" creationId="{099D23F1-4DF1-46EE-2050-F26279D643E3}"/>
          </ac:graphicFrameMkLst>
        </pc:graphicFrameChg>
        <pc:picChg chg="add mod">
          <ac:chgData name="Cheng, Yingxin" userId="1b1d5a7c-9f32-44a5-b5cd-0d28224007b5" providerId="ADAL" clId="{977398C1-E06B-49D1-A143-AD5084768011}" dt="2023-09-07T03:28:04.876" v="10381" actId="1076"/>
          <ac:picMkLst>
            <pc:docMk/>
            <pc:sldMk cId="4034017391" sldId="2147470997"/>
            <ac:picMk id="6" creationId="{D07D044E-2A36-AD6A-1FF8-89D8A28D3C24}"/>
          </ac:picMkLst>
        </pc:picChg>
      </pc:sldChg>
      <pc:sldChg chg="addSp delSp modSp add mod modNotesTx">
        <pc:chgData name="Cheng, Yingxin" userId="1b1d5a7c-9f32-44a5-b5cd-0d28224007b5" providerId="ADAL" clId="{977398C1-E06B-49D1-A143-AD5084768011}" dt="2023-09-19T03:17:54.436" v="11260" actId="20577"/>
        <pc:sldMkLst>
          <pc:docMk/>
          <pc:sldMk cId="2816741870" sldId="2147470998"/>
        </pc:sldMkLst>
        <pc:spChg chg="mod">
          <ac:chgData name="Cheng, Yingxin" userId="1b1d5a7c-9f32-44a5-b5cd-0d28224007b5" providerId="ADAL" clId="{977398C1-E06B-49D1-A143-AD5084768011}" dt="2023-09-05T08:37:55.088" v="10030" actId="207"/>
          <ac:spMkLst>
            <pc:docMk/>
            <pc:sldMk cId="2816741870" sldId="2147470998"/>
            <ac:spMk id="2" creationId="{1905C6CB-F12B-0372-F2FD-C6087EE783CE}"/>
          </ac:spMkLst>
        </pc:spChg>
        <pc:spChg chg="mod">
          <ac:chgData name="Cheng, Yingxin" userId="1b1d5a7c-9f32-44a5-b5cd-0d28224007b5" providerId="ADAL" clId="{977398C1-E06B-49D1-A143-AD5084768011}" dt="2023-09-05T05:53:28.249" v="7825" actId="20577"/>
          <ac:spMkLst>
            <pc:docMk/>
            <pc:sldMk cId="2816741870" sldId="2147470998"/>
            <ac:spMk id="8" creationId="{0ABA9284-8EE5-2651-63CE-ACCBB09C1D8B}"/>
          </ac:spMkLst>
        </pc:spChg>
        <pc:spChg chg="mod">
          <ac:chgData name="Cheng, Yingxin" userId="1b1d5a7c-9f32-44a5-b5cd-0d28224007b5" providerId="ADAL" clId="{977398C1-E06B-49D1-A143-AD5084768011}" dt="2023-09-05T05:53:46.706" v="7838" actId="20577"/>
          <ac:spMkLst>
            <pc:docMk/>
            <pc:sldMk cId="2816741870" sldId="2147470998"/>
            <ac:spMk id="9" creationId="{D21F8E92-4882-B6A6-7EA3-297421E54C11}"/>
          </ac:spMkLst>
        </pc:spChg>
        <pc:spChg chg="mod">
          <ac:chgData name="Cheng, Yingxin" userId="1b1d5a7c-9f32-44a5-b5cd-0d28224007b5" providerId="ADAL" clId="{977398C1-E06B-49D1-A143-AD5084768011}" dt="2023-09-05T13:52:14.798" v="10208" actId="20577"/>
          <ac:spMkLst>
            <pc:docMk/>
            <pc:sldMk cId="2816741870" sldId="2147470998"/>
            <ac:spMk id="10" creationId="{CF920A2F-5CA4-A1F2-D616-BA802A3102ED}"/>
          </ac:spMkLst>
        </pc:spChg>
        <pc:spChg chg="mod ord">
          <ac:chgData name="Cheng, Yingxin" userId="1b1d5a7c-9f32-44a5-b5cd-0d28224007b5" providerId="ADAL" clId="{977398C1-E06B-49D1-A143-AD5084768011}" dt="2023-09-05T05:51:32.771" v="7795" actId="1076"/>
          <ac:spMkLst>
            <pc:docMk/>
            <pc:sldMk cId="2816741870" sldId="2147470998"/>
            <ac:spMk id="11" creationId="{7DC0B82F-55CE-1182-73DC-1BD4397B20BD}"/>
          </ac:spMkLst>
        </pc:spChg>
        <pc:spChg chg="mod ord">
          <ac:chgData name="Cheng, Yingxin" userId="1b1d5a7c-9f32-44a5-b5cd-0d28224007b5" providerId="ADAL" clId="{977398C1-E06B-49D1-A143-AD5084768011}" dt="2023-09-05T05:51:35.753" v="7796" actId="1076"/>
          <ac:spMkLst>
            <pc:docMk/>
            <pc:sldMk cId="2816741870" sldId="2147470998"/>
            <ac:spMk id="12" creationId="{41B09858-6FBE-CE59-3C04-AC22A5825E4F}"/>
          </ac:spMkLst>
        </pc:spChg>
        <pc:spChg chg="del">
          <ac:chgData name="Cheng, Yingxin" userId="1b1d5a7c-9f32-44a5-b5cd-0d28224007b5" providerId="ADAL" clId="{977398C1-E06B-49D1-A143-AD5084768011}" dt="2023-09-05T05:45:37.938" v="7732" actId="478"/>
          <ac:spMkLst>
            <pc:docMk/>
            <pc:sldMk cId="2816741870" sldId="2147470998"/>
            <ac:spMk id="13" creationId="{0E883AE1-04A4-D503-733C-661B08D9B4D9}"/>
          </ac:spMkLst>
        </pc:spChg>
        <pc:spChg chg="add mod">
          <ac:chgData name="Cheng, Yingxin" userId="1b1d5a7c-9f32-44a5-b5cd-0d28224007b5" providerId="ADAL" clId="{977398C1-E06B-49D1-A143-AD5084768011}" dt="2023-09-05T05:50:50.171" v="7790" actId="1076"/>
          <ac:spMkLst>
            <pc:docMk/>
            <pc:sldMk cId="2816741870" sldId="2147470998"/>
            <ac:spMk id="16" creationId="{6A512402-9E80-730E-B42A-A72D6946DA1D}"/>
          </ac:spMkLst>
        </pc:spChg>
        <pc:spChg chg="add mod">
          <ac:chgData name="Cheng, Yingxin" userId="1b1d5a7c-9f32-44a5-b5cd-0d28224007b5" providerId="ADAL" clId="{977398C1-E06B-49D1-A143-AD5084768011}" dt="2023-09-05T08:09:40.880" v="9366" actId="1076"/>
          <ac:spMkLst>
            <pc:docMk/>
            <pc:sldMk cId="2816741870" sldId="2147470998"/>
            <ac:spMk id="17" creationId="{A4D4ECC0-B440-430F-9FE1-419050A12DA2}"/>
          </ac:spMkLst>
        </pc:spChg>
        <pc:spChg chg="add mod">
          <ac:chgData name="Cheng, Yingxin" userId="1b1d5a7c-9f32-44a5-b5cd-0d28224007b5" providerId="ADAL" clId="{977398C1-E06B-49D1-A143-AD5084768011}" dt="2023-09-05T07:52:44.812" v="9135" actId="20577"/>
          <ac:spMkLst>
            <pc:docMk/>
            <pc:sldMk cId="2816741870" sldId="2147470998"/>
            <ac:spMk id="18" creationId="{371E620C-730D-93AB-4CD2-BAF80B29AE04}"/>
          </ac:spMkLst>
        </pc:spChg>
        <pc:spChg chg="add mod">
          <ac:chgData name="Cheng, Yingxin" userId="1b1d5a7c-9f32-44a5-b5cd-0d28224007b5" providerId="ADAL" clId="{977398C1-E06B-49D1-A143-AD5084768011}" dt="2023-09-05T07:52:46.402" v="9136" actId="20577"/>
          <ac:spMkLst>
            <pc:docMk/>
            <pc:sldMk cId="2816741870" sldId="2147470998"/>
            <ac:spMk id="19" creationId="{51A8C5F8-73B3-9DC0-6F22-1C8B088DA416}"/>
          </ac:spMkLst>
        </pc:spChg>
        <pc:spChg chg="add mod">
          <ac:chgData name="Cheng, Yingxin" userId="1b1d5a7c-9f32-44a5-b5cd-0d28224007b5" providerId="ADAL" clId="{977398C1-E06B-49D1-A143-AD5084768011}" dt="2023-09-05T08:09:17.622" v="9364" actId="693"/>
          <ac:spMkLst>
            <pc:docMk/>
            <pc:sldMk cId="2816741870" sldId="2147470998"/>
            <ac:spMk id="30" creationId="{765EE907-4C45-635D-1E30-C66309D5B816}"/>
          </ac:spMkLst>
        </pc:spChg>
        <pc:picChg chg="add mod modCrop">
          <ac:chgData name="Cheng, Yingxin" userId="1b1d5a7c-9f32-44a5-b5cd-0d28224007b5" providerId="ADAL" clId="{977398C1-E06B-49D1-A143-AD5084768011}" dt="2023-09-05T05:48:15.378" v="7764" actId="1076"/>
          <ac:picMkLst>
            <pc:docMk/>
            <pc:sldMk cId="2816741870" sldId="2147470998"/>
            <ac:picMk id="4" creationId="{07100B3A-0CF2-A3C8-70A2-0652C6D885E4}"/>
          </ac:picMkLst>
        </pc:picChg>
        <pc:picChg chg="mod modCrop">
          <ac:chgData name="Cheng, Yingxin" userId="1b1d5a7c-9f32-44a5-b5cd-0d28224007b5" providerId="ADAL" clId="{977398C1-E06B-49D1-A143-AD5084768011}" dt="2023-09-05T05:48:11.771" v="7763" actId="1076"/>
          <ac:picMkLst>
            <pc:docMk/>
            <pc:sldMk cId="2816741870" sldId="2147470998"/>
            <ac:picMk id="5" creationId="{55C01D56-EC4D-E45B-0C59-4C5638FA36FE}"/>
          </ac:picMkLst>
        </pc:picChg>
        <pc:picChg chg="mod modCrop">
          <ac:chgData name="Cheng, Yingxin" userId="1b1d5a7c-9f32-44a5-b5cd-0d28224007b5" providerId="ADAL" clId="{977398C1-E06B-49D1-A143-AD5084768011}" dt="2023-09-05T05:50:22.626" v="7783" actId="1076"/>
          <ac:picMkLst>
            <pc:docMk/>
            <pc:sldMk cId="2816741870" sldId="2147470998"/>
            <ac:picMk id="7" creationId="{254C1FA7-DDB2-18E3-6B5F-2495E4212A3D}"/>
          </ac:picMkLst>
        </pc:picChg>
        <pc:picChg chg="add mod modCrop">
          <ac:chgData name="Cheng, Yingxin" userId="1b1d5a7c-9f32-44a5-b5cd-0d28224007b5" providerId="ADAL" clId="{977398C1-E06B-49D1-A143-AD5084768011}" dt="2023-09-05T05:49:57.545" v="7780" actId="1076"/>
          <ac:picMkLst>
            <pc:docMk/>
            <pc:sldMk cId="2816741870" sldId="2147470998"/>
            <ac:picMk id="14" creationId="{2BDE4F91-12D0-F0B9-D106-9F27750FFB17}"/>
          </ac:picMkLst>
        </pc:picChg>
        <pc:cxnChg chg="del">
          <ac:chgData name="Cheng, Yingxin" userId="1b1d5a7c-9f32-44a5-b5cd-0d28224007b5" providerId="ADAL" clId="{977398C1-E06B-49D1-A143-AD5084768011}" dt="2023-09-05T05:45:40.973" v="7733" actId="478"/>
          <ac:cxnSpMkLst>
            <pc:docMk/>
            <pc:sldMk cId="2816741870" sldId="2147470998"/>
            <ac:cxnSpMk id="15" creationId="{0EB39433-6A4A-CA5E-9749-D7D5C04DB6E9}"/>
          </ac:cxnSpMkLst>
        </pc:cxnChg>
        <pc:cxnChg chg="add mod">
          <ac:chgData name="Cheng, Yingxin" userId="1b1d5a7c-9f32-44a5-b5cd-0d28224007b5" providerId="ADAL" clId="{977398C1-E06B-49D1-A143-AD5084768011}" dt="2023-09-05T05:54:21.821" v="7850" actId="14100"/>
          <ac:cxnSpMkLst>
            <pc:docMk/>
            <pc:sldMk cId="2816741870" sldId="2147470998"/>
            <ac:cxnSpMk id="20" creationId="{6F69D65E-589F-A212-364F-389ADA65DABB}"/>
          </ac:cxnSpMkLst>
        </pc:cxnChg>
        <pc:cxnChg chg="add mod">
          <ac:chgData name="Cheng, Yingxin" userId="1b1d5a7c-9f32-44a5-b5cd-0d28224007b5" providerId="ADAL" clId="{977398C1-E06B-49D1-A143-AD5084768011}" dt="2023-09-05T05:54:31.616" v="7853" actId="14100"/>
          <ac:cxnSpMkLst>
            <pc:docMk/>
            <pc:sldMk cId="2816741870" sldId="2147470998"/>
            <ac:cxnSpMk id="23" creationId="{EEC8F0FC-F41B-815D-F2F2-277F886CAF25}"/>
          </ac:cxnSpMkLst>
        </pc:cxnChg>
        <pc:cxnChg chg="add mod">
          <ac:chgData name="Cheng, Yingxin" userId="1b1d5a7c-9f32-44a5-b5cd-0d28224007b5" providerId="ADAL" clId="{977398C1-E06B-49D1-A143-AD5084768011}" dt="2023-09-05T05:55:33.177" v="7864" actId="1076"/>
          <ac:cxnSpMkLst>
            <pc:docMk/>
            <pc:sldMk cId="2816741870" sldId="2147470998"/>
            <ac:cxnSpMk id="25" creationId="{42C8BBD4-F158-F0C4-078D-D12A314D6DC1}"/>
          </ac:cxnSpMkLst>
        </pc:cxnChg>
      </pc:sldChg>
      <pc:sldChg chg="addSp delSp modSp add mod modNotesTx">
        <pc:chgData name="Cheng, Yingxin" userId="1b1d5a7c-9f32-44a5-b5cd-0d28224007b5" providerId="ADAL" clId="{977398C1-E06B-49D1-A143-AD5084768011}" dt="2023-09-19T03:17:56.068" v="11261" actId="20577"/>
        <pc:sldMkLst>
          <pc:docMk/>
          <pc:sldMk cId="905218098" sldId="2147470999"/>
        </pc:sldMkLst>
        <pc:spChg chg="mod">
          <ac:chgData name="Cheng, Yingxin" userId="1b1d5a7c-9f32-44a5-b5cd-0d28224007b5" providerId="ADAL" clId="{977398C1-E06B-49D1-A143-AD5084768011}" dt="2023-09-05T08:39:54.559" v="10071" actId="20577"/>
          <ac:spMkLst>
            <pc:docMk/>
            <pc:sldMk cId="905218098" sldId="2147470999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5T07:03:10.470" v="8515" actId="20577"/>
          <ac:spMkLst>
            <pc:docMk/>
            <pc:sldMk cId="905218098" sldId="2147470999"/>
            <ac:spMk id="3" creationId="{C04FE33A-C54B-4B20-8C08-D0ADB8B0D963}"/>
          </ac:spMkLst>
        </pc:spChg>
        <pc:spChg chg="add mod">
          <ac:chgData name="Cheng, Yingxin" userId="1b1d5a7c-9f32-44a5-b5cd-0d28224007b5" providerId="ADAL" clId="{977398C1-E06B-49D1-A143-AD5084768011}" dt="2023-09-05T06:56:29.418" v="8408" actId="14100"/>
          <ac:spMkLst>
            <pc:docMk/>
            <pc:sldMk cId="905218098" sldId="2147470999"/>
            <ac:spMk id="14" creationId="{5FB36A86-7BFD-C9FE-8E99-15B2EF805A25}"/>
          </ac:spMkLst>
        </pc:spChg>
        <pc:spChg chg="mod">
          <ac:chgData name="Cheng, Yingxin" userId="1b1d5a7c-9f32-44a5-b5cd-0d28224007b5" providerId="ADAL" clId="{977398C1-E06B-49D1-A143-AD5084768011}" dt="2023-09-05T06:57:05.177" v="8415" actId="208"/>
          <ac:spMkLst>
            <pc:docMk/>
            <pc:sldMk cId="905218098" sldId="2147470999"/>
            <ac:spMk id="26" creationId="{28A5654E-366C-7327-FFA4-FE307EDCBE4A}"/>
          </ac:spMkLst>
        </pc:spChg>
        <pc:spChg chg="add mod">
          <ac:chgData name="Cheng, Yingxin" userId="1b1d5a7c-9f32-44a5-b5cd-0d28224007b5" providerId="ADAL" clId="{977398C1-E06B-49D1-A143-AD5084768011}" dt="2023-09-05T06:56:50.355" v="8411" actId="14100"/>
          <ac:spMkLst>
            <pc:docMk/>
            <pc:sldMk cId="905218098" sldId="2147470999"/>
            <ac:spMk id="37" creationId="{84E2F3E2-93B7-5335-ED52-CA480303408E}"/>
          </ac:spMkLst>
        </pc:spChg>
        <pc:spChg chg="add mod">
          <ac:chgData name="Cheng, Yingxin" userId="1b1d5a7c-9f32-44a5-b5cd-0d28224007b5" providerId="ADAL" clId="{977398C1-E06B-49D1-A143-AD5084768011}" dt="2023-09-05T07:00:54.288" v="8428" actId="1076"/>
          <ac:spMkLst>
            <pc:docMk/>
            <pc:sldMk cId="905218098" sldId="2147470999"/>
            <ac:spMk id="43" creationId="{3E94E110-C1AE-30A2-C930-D0224DFEA886}"/>
          </ac:spMkLst>
        </pc:spChg>
        <pc:spChg chg="add mod">
          <ac:chgData name="Cheng, Yingxin" userId="1b1d5a7c-9f32-44a5-b5cd-0d28224007b5" providerId="ADAL" clId="{977398C1-E06B-49D1-A143-AD5084768011}" dt="2023-09-05T07:53:57.186" v="9143" actId="20577"/>
          <ac:spMkLst>
            <pc:docMk/>
            <pc:sldMk cId="905218098" sldId="2147470999"/>
            <ac:spMk id="52" creationId="{D224FD64-EB24-DF00-989F-6EB597870EF9}"/>
          </ac:spMkLst>
        </pc:spChg>
        <pc:grpChg chg="del">
          <ac:chgData name="Cheng, Yingxin" userId="1b1d5a7c-9f32-44a5-b5cd-0d28224007b5" providerId="ADAL" clId="{977398C1-E06B-49D1-A143-AD5084768011}" dt="2023-09-05T06:42:10.898" v="8354" actId="478"/>
          <ac:grpSpMkLst>
            <pc:docMk/>
            <pc:sldMk cId="905218098" sldId="2147470999"/>
            <ac:grpSpMk id="8" creationId="{67C06F6A-02EC-CB89-E17D-EF42A7281689}"/>
          </ac:grpSpMkLst>
        </pc:grpChg>
        <pc:grpChg chg="add mod">
          <ac:chgData name="Cheng, Yingxin" userId="1b1d5a7c-9f32-44a5-b5cd-0d28224007b5" providerId="ADAL" clId="{977398C1-E06B-49D1-A143-AD5084768011}" dt="2023-09-05T06:54:55.513" v="8396" actId="1076"/>
          <ac:grpSpMkLst>
            <pc:docMk/>
            <pc:sldMk cId="905218098" sldId="2147470999"/>
            <ac:grpSpMk id="24" creationId="{5CE86A68-0FE9-01A4-E9C7-D6846F216BF2}"/>
          </ac:grpSpMkLst>
        </pc:grpChg>
        <pc:picChg chg="add del mod">
          <ac:chgData name="Cheng, Yingxin" userId="1b1d5a7c-9f32-44a5-b5cd-0d28224007b5" providerId="ADAL" clId="{977398C1-E06B-49D1-A143-AD5084768011}" dt="2023-09-05T06:34:27.382" v="8310" actId="478"/>
          <ac:picMkLst>
            <pc:docMk/>
            <pc:sldMk cId="905218098" sldId="2147470999"/>
            <ac:picMk id="9" creationId="{2C8EC011-085A-BB26-B553-AD9D85777319}"/>
          </ac:picMkLst>
        </pc:picChg>
        <pc:picChg chg="add mod">
          <ac:chgData name="Cheng, Yingxin" userId="1b1d5a7c-9f32-44a5-b5cd-0d28224007b5" providerId="ADAL" clId="{977398C1-E06B-49D1-A143-AD5084768011}" dt="2023-09-05T06:57:21.857" v="8416" actId="1076"/>
          <ac:picMkLst>
            <pc:docMk/>
            <pc:sldMk cId="905218098" sldId="2147470999"/>
            <ac:picMk id="11" creationId="{CB01E94F-2DB7-6B92-41B9-9EF15595E129}"/>
          </ac:picMkLst>
        </pc:picChg>
        <pc:picChg chg="add mod">
          <ac:chgData name="Cheng, Yingxin" userId="1b1d5a7c-9f32-44a5-b5cd-0d28224007b5" providerId="ADAL" clId="{977398C1-E06B-49D1-A143-AD5084768011}" dt="2023-09-05T06:54:59.533" v="8397" actId="1076"/>
          <ac:picMkLst>
            <pc:docMk/>
            <pc:sldMk cId="905218098" sldId="2147470999"/>
            <ac:picMk id="13" creationId="{7CC7C07B-FFEC-0A72-E7A6-FD35A1DF1668}"/>
          </ac:picMkLst>
        </pc:picChg>
        <pc:picChg chg="add mod modCrop">
          <ac:chgData name="Cheng, Yingxin" userId="1b1d5a7c-9f32-44a5-b5cd-0d28224007b5" providerId="ADAL" clId="{977398C1-E06B-49D1-A143-AD5084768011}" dt="2023-09-05T06:57:44.814" v="8419" actId="1076"/>
          <ac:picMkLst>
            <pc:docMk/>
            <pc:sldMk cId="905218098" sldId="2147470999"/>
            <ac:picMk id="23" creationId="{49150E1D-4B08-9ACC-94F4-459575C843EF}"/>
          </ac:picMkLst>
        </pc:picChg>
        <pc:picChg chg="mod">
          <ac:chgData name="Cheng, Yingxin" userId="1b1d5a7c-9f32-44a5-b5cd-0d28224007b5" providerId="ADAL" clId="{977398C1-E06B-49D1-A143-AD5084768011}" dt="2023-09-05T06:53:51.083" v="8385"/>
          <ac:picMkLst>
            <pc:docMk/>
            <pc:sldMk cId="905218098" sldId="2147470999"/>
            <ac:picMk id="25" creationId="{56C7FFE1-0078-EED0-1C50-15331416E0EB}"/>
          </ac:picMkLst>
        </pc:picChg>
        <pc:picChg chg="add del mod">
          <ac:chgData name="Cheng, Yingxin" userId="1b1d5a7c-9f32-44a5-b5cd-0d28224007b5" providerId="ADAL" clId="{977398C1-E06B-49D1-A143-AD5084768011}" dt="2023-09-05T06:45:32.612" v="8372" actId="478"/>
          <ac:picMkLst>
            <pc:docMk/>
            <pc:sldMk cId="905218098" sldId="2147470999"/>
            <ac:picMk id="1026" creationId="{6A2FF9C7-CDDE-6AEF-4888-7E382FD83B3E}"/>
          </ac:picMkLst>
        </pc:picChg>
        <pc:cxnChg chg="add mod">
          <ac:chgData name="Cheng, Yingxin" userId="1b1d5a7c-9f32-44a5-b5cd-0d28224007b5" providerId="ADAL" clId="{977398C1-E06B-49D1-A143-AD5084768011}" dt="2023-09-05T07:25:52.015" v="8794" actId="692"/>
          <ac:cxnSpMkLst>
            <pc:docMk/>
            <pc:sldMk cId="905218098" sldId="2147470999"/>
            <ac:cxnSpMk id="15" creationId="{6DD929A5-7379-56DD-6DBB-151FF2B7B3F3}"/>
          </ac:cxnSpMkLst>
        </pc:cxnChg>
        <pc:cxnChg chg="add mod">
          <ac:chgData name="Cheng, Yingxin" userId="1b1d5a7c-9f32-44a5-b5cd-0d28224007b5" providerId="ADAL" clId="{977398C1-E06B-49D1-A143-AD5084768011}" dt="2023-09-05T07:25:55.972" v="8795" actId="692"/>
          <ac:cxnSpMkLst>
            <pc:docMk/>
            <pc:sldMk cId="905218098" sldId="2147470999"/>
            <ac:cxnSpMk id="19" creationId="{07925F37-C182-B949-A035-1717E96EADD6}"/>
          </ac:cxnSpMkLst>
        </pc:cxnChg>
        <pc:cxnChg chg="add mod">
          <ac:chgData name="Cheng, Yingxin" userId="1b1d5a7c-9f32-44a5-b5cd-0d28224007b5" providerId="ADAL" clId="{977398C1-E06B-49D1-A143-AD5084768011}" dt="2023-09-05T07:25:48.167" v="8793" actId="692"/>
          <ac:cxnSpMkLst>
            <pc:docMk/>
            <pc:sldMk cId="905218098" sldId="2147470999"/>
            <ac:cxnSpMk id="38" creationId="{F51486AB-3EE6-F8FF-8066-B61BE4AE0D3D}"/>
          </ac:cxnSpMkLst>
        </pc:cxnChg>
        <pc:cxnChg chg="add mod">
          <ac:chgData name="Cheng, Yingxin" userId="1b1d5a7c-9f32-44a5-b5cd-0d28224007b5" providerId="ADAL" clId="{977398C1-E06B-49D1-A143-AD5084768011}" dt="2023-09-05T07:00:54.288" v="8428" actId="1076"/>
          <ac:cxnSpMkLst>
            <pc:docMk/>
            <pc:sldMk cId="905218098" sldId="2147470999"/>
            <ac:cxnSpMk id="44" creationId="{F595B858-C965-91B7-916E-FC0969771CBD}"/>
          </ac:cxnSpMkLst>
        </pc:cxnChg>
        <pc:cxnChg chg="add mod">
          <ac:chgData name="Cheng, Yingxin" userId="1b1d5a7c-9f32-44a5-b5cd-0d28224007b5" providerId="ADAL" clId="{977398C1-E06B-49D1-A143-AD5084768011}" dt="2023-09-05T07:00:56.901" v="8429" actId="14100"/>
          <ac:cxnSpMkLst>
            <pc:docMk/>
            <pc:sldMk cId="905218098" sldId="2147470999"/>
            <ac:cxnSpMk id="45" creationId="{829F0186-AF70-314D-B7CB-7E7BB6A490F1}"/>
          </ac:cxnSpMkLst>
        </pc:cxnChg>
      </pc:sldChg>
      <pc:sldChg chg="addSp delSp modSp add mod modNotesTx">
        <pc:chgData name="Cheng, Yingxin" userId="1b1d5a7c-9f32-44a5-b5cd-0d28224007b5" providerId="ADAL" clId="{977398C1-E06B-49D1-A143-AD5084768011}" dt="2023-09-19T03:17:58.426" v="11262" actId="20577"/>
        <pc:sldMkLst>
          <pc:docMk/>
          <pc:sldMk cId="3857459395" sldId="2147471000"/>
        </pc:sldMkLst>
        <pc:spChg chg="del mod">
          <ac:chgData name="Cheng, Yingxin" userId="1b1d5a7c-9f32-44a5-b5cd-0d28224007b5" providerId="ADAL" clId="{977398C1-E06B-49D1-A143-AD5084768011}" dt="2023-09-05T07:11:18.167" v="8641" actId="478"/>
          <ac:spMkLst>
            <pc:docMk/>
            <pc:sldMk cId="3857459395" sldId="2147471000"/>
            <ac:spMk id="3" creationId="{C04FE33A-C54B-4B20-8C08-D0ADB8B0D963}"/>
          </ac:spMkLst>
        </pc:spChg>
        <pc:spChg chg="mod topLvl">
          <ac:chgData name="Cheng, Yingxin" userId="1b1d5a7c-9f32-44a5-b5cd-0d28224007b5" providerId="ADAL" clId="{977398C1-E06B-49D1-A143-AD5084768011}" dt="2023-09-05T07:12:14.877" v="8650" actId="1076"/>
          <ac:spMkLst>
            <pc:docMk/>
            <pc:sldMk cId="3857459395" sldId="2147471000"/>
            <ac:spMk id="10" creationId="{F7069045-1F15-15D1-244C-6AB0AE8C2EEB}"/>
          </ac:spMkLst>
        </pc:spChg>
        <pc:spChg chg="mod topLvl">
          <ac:chgData name="Cheng, Yingxin" userId="1b1d5a7c-9f32-44a5-b5cd-0d28224007b5" providerId="ADAL" clId="{977398C1-E06B-49D1-A143-AD5084768011}" dt="2023-09-05T07:12:14.877" v="8650" actId="1076"/>
          <ac:spMkLst>
            <pc:docMk/>
            <pc:sldMk cId="3857459395" sldId="2147471000"/>
            <ac:spMk id="11" creationId="{46E4AB50-335F-CECD-A2D9-4F11783AED50}"/>
          </ac:spMkLst>
        </pc:spChg>
        <pc:spChg chg="add mod">
          <ac:chgData name="Cheng, Yingxin" userId="1b1d5a7c-9f32-44a5-b5cd-0d28224007b5" providerId="ADAL" clId="{977398C1-E06B-49D1-A143-AD5084768011}" dt="2023-09-05T07:12:58.240" v="8683" actId="207"/>
          <ac:spMkLst>
            <pc:docMk/>
            <pc:sldMk cId="3857459395" sldId="2147471000"/>
            <ac:spMk id="12" creationId="{3D88E29B-45DF-FA2E-D829-AD521417F5AE}"/>
          </ac:spMkLst>
        </pc:spChg>
        <pc:spChg chg="mod">
          <ac:chgData name="Cheng, Yingxin" userId="1b1d5a7c-9f32-44a5-b5cd-0d28224007b5" providerId="ADAL" clId="{977398C1-E06B-49D1-A143-AD5084768011}" dt="2023-09-05T07:22:17.420" v="8704"/>
          <ac:spMkLst>
            <pc:docMk/>
            <pc:sldMk cId="3857459395" sldId="2147471000"/>
            <ac:spMk id="24" creationId="{D8EB331D-A74E-DDAE-97AA-A0C61D3C0CF7}"/>
          </ac:spMkLst>
        </pc:spChg>
        <pc:spChg chg="mod">
          <ac:chgData name="Cheng, Yingxin" userId="1b1d5a7c-9f32-44a5-b5cd-0d28224007b5" providerId="ADAL" clId="{977398C1-E06B-49D1-A143-AD5084768011}" dt="2023-09-05T07:22:44.578" v="8709" actId="208"/>
          <ac:spMkLst>
            <pc:docMk/>
            <pc:sldMk cId="3857459395" sldId="2147471000"/>
            <ac:spMk id="27" creationId="{81B002B6-A945-702F-193D-19A298003AC8}"/>
          </ac:spMkLst>
        </pc:spChg>
        <pc:spChg chg="add mod">
          <ac:chgData name="Cheng, Yingxin" userId="1b1d5a7c-9f32-44a5-b5cd-0d28224007b5" providerId="ADAL" clId="{977398C1-E06B-49D1-A143-AD5084768011}" dt="2023-09-05T08:11:12.869" v="9375" actId="1076"/>
          <ac:spMkLst>
            <pc:docMk/>
            <pc:sldMk cId="3857459395" sldId="2147471000"/>
            <ac:spMk id="28" creationId="{31F80359-A05D-2E31-69D1-E7D5D0C92356}"/>
          </ac:spMkLst>
        </pc:spChg>
        <pc:spChg chg="add mod">
          <ac:chgData name="Cheng, Yingxin" userId="1b1d5a7c-9f32-44a5-b5cd-0d28224007b5" providerId="ADAL" clId="{977398C1-E06B-49D1-A143-AD5084768011}" dt="2023-09-05T08:11:07.465" v="9372" actId="1076"/>
          <ac:spMkLst>
            <pc:docMk/>
            <pc:sldMk cId="3857459395" sldId="2147471000"/>
            <ac:spMk id="29" creationId="{6931898B-9CB0-4842-A35F-F3FE213B25CA}"/>
          </ac:spMkLst>
        </pc:spChg>
        <pc:spChg chg="add del mod">
          <ac:chgData name="Cheng, Yingxin" userId="1b1d5a7c-9f32-44a5-b5cd-0d28224007b5" providerId="ADAL" clId="{977398C1-E06B-49D1-A143-AD5084768011}" dt="2023-09-05T07:33:18.268" v="8868" actId="1076"/>
          <ac:spMkLst>
            <pc:docMk/>
            <pc:sldMk cId="3857459395" sldId="2147471000"/>
            <ac:spMk id="38" creationId="{562D7386-0BC8-0132-C9D1-5471CF0B339B}"/>
          </ac:spMkLst>
        </pc:spChg>
        <pc:spChg chg="add mod">
          <ac:chgData name="Cheng, Yingxin" userId="1b1d5a7c-9f32-44a5-b5cd-0d28224007b5" providerId="ADAL" clId="{977398C1-E06B-49D1-A143-AD5084768011}" dt="2023-09-05T07:32:43.736" v="8864" actId="14100"/>
          <ac:spMkLst>
            <pc:docMk/>
            <pc:sldMk cId="3857459395" sldId="2147471000"/>
            <ac:spMk id="57" creationId="{E2EDFCED-FAA5-6F1E-8C3F-124771A5AB57}"/>
          </ac:spMkLst>
        </pc:spChg>
        <pc:spChg chg="add mod">
          <ac:chgData name="Cheng, Yingxin" userId="1b1d5a7c-9f32-44a5-b5cd-0d28224007b5" providerId="ADAL" clId="{977398C1-E06B-49D1-A143-AD5084768011}" dt="2023-09-05T07:31:03.987" v="8843" actId="14100"/>
          <ac:spMkLst>
            <pc:docMk/>
            <pc:sldMk cId="3857459395" sldId="2147471000"/>
            <ac:spMk id="68" creationId="{4DBA9A56-94B8-2EB5-E72C-A72F1F8DA273}"/>
          </ac:spMkLst>
        </pc:spChg>
        <pc:grpChg chg="add del mod">
          <ac:chgData name="Cheng, Yingxin" userId="1b1d5a7c-9f32-44a5-b5cd-0d28224007b5" providerId="ADAL" clId="{977398C1-E06B-49D1-A143-AD5084768011}" dt="2023-09-05T07:11:26.517" v="8644" actId="165"/>
          <ac:grpSpMkLst>
            <pc:docMk/>
            <pc:sldMk cId="3857459395" sldId="2147471000"/>
            <ac:grpSpMk id="4" creationId="{6032B85B-0084-F109-D5C6-1ECEAAE86835}"/>
          </ac:grpSpMkLst>
        </pc:grpChg>
        <pc:grpChg chg="del">
          <ac:chgData name="Cheng, Yingxin" userId="1b1d5a7c-9f32-44a5-b5cd-0d28224007b5" providerId="ADAL" clId="{977398C1-E06B-49D1-A143-AD5084768011}" dt="2023-09-05T07:10:28.384" v="8638" actId="478"/>
          <ac:grpSpMkLst>
            <pc:docMk/>
            <pc:sldMk cId="3857459395" sldId="2147471000"/>
            <ac:grpSpMk id="8" creationId="{67C06F6A-02EC-CB89-E17D-EF42A7281689}"/>
          </ac:grpSpMkLst>
        </pc:grpChg>
        <pc:grpChg chg="add mod">
          <ac:chgData name="Cheng, Yingxin" userId="1b1d5a7c-9f32-44a5-b5cd-0d28224007b5" providerId="ADAL" clId="{977398C1-E06B-49D1-A143-AD5084768011}" dt="2023-09-05T07:33:12.713" v="8866" actId="1076"/>
          <ac:grpSpMkLst>
            <pc:docMk/>
            <pc:sldMk cId="3857459395" sldId="2147471000"/>
            <ac:grpSpMk id="22" creationId="{35D420F1-B49F-88DE-EEE8-515094E1FF6C}"/>
          </ac:grpSpMkLst>
        </pc:grpChg>
        <pc:grpChg chg="add mod">
          <ac:chgData name="Cheng, Yingxin" userId="1b1d5a7c-9f32-44a5-b5cd-0d28224007b5" providerId="ADAL" clId="{977398C1-E06B-49D1-A143-AD5084768011}" dt="2023-09-05T07:33:22.995" v="8869" actId="1076"/>
          <ac:grpSpMkLst>
            <pc:docMk/>
            <pc:sldMk cId="3857459395" sldId="2147471000"/>
            <ac:grpSpMk id="25" creationId="{3C6D9656-8FF4-494E-6EDD-C06044362898}"/>
          </ac:grpSpMkLst>
        </pc:grpChg>
        <pc:picChg chg="mod topLvl modCrop">
          <ac:chgData name="Cheng, Yingxin" userId="1b1d5a7c-9f32-44a5-b5cd-0d28224007b5" providerId="ADAL" clId="{977398C1-E06B-49D1-A143-AD5084768011}" dt="2023-09-05T07:12:14.877" v="8650" actId="1076"/>
          <ac:picMkLst>
            <pc:docMk/>
            <pc:sldMk cId="3857459395" sldId="2147471000"/>
            <ac:picMk id="9" creationId="{AC7B350D-0148-DA40-6840-4FC91ABB31CC}"/>
          </ac:picMkLst>
        </pc:picChg>
        <pc:picChg chg="add mod modCrop">
          <ac:chgData name="Cheng, Yingxin" userId="1b1d5a7c-9f32-44a5-b5cd-0d28224007b5" providerId="ADAL" clId="{977398C1-E06B-49D1-A143-AD5084768011}" dt="2023-09-05T08:11:10.458" v="9374" actId="1076"/>
          <ac:picMkLst>
            <pc:docMk/>
            <pc:sldMk cId="3857459395" sldId="2147471000"/>
            <ac:picMk id="14" creationId="{4CD79599-2151-3AB2-305E-BC590D549B3B}"/>
          </ac:picMkLst>
        </pc:picChg>
        <pc:picChg chg="mod">
          <ac:chgData name="Cheng, Yingxin" userId="1b1d5a7c-9f32-44a5-b5cd-0d28224007b5" providerId="ADAL" clId="{977398C1-E06B-49D1-A143-AD5084768011}" dt="2023-09-05T07:22:17.420" v="8704"/>
          <ac:picMkLst>
            <pc:docMk/>
            <pc:sldMk cId="3857459395" sldId="2147471000"/>
            <ac:picMk id="23" creationId="{BD81BA2F-7722-3FD1-38DB-2BF612C58D99}"/>
          </ac:picMkLst>
        </pc:picChg>
        <pc:picChg chg="mod">
          <ac:chgData name="Cheng, Yingxin" userId="1b1d5a7c-9f32-44a5-b5cd-0d28224007b5" providerId="ADAL" clId="{977398C1-E06B-49D1-A143-AD5084768011}" dt="2023-09-05T07:22:26.294" v="8706"/>
          <ac:picMkLst>
            <pc:docMk/>
            <pc:sldMk cId="3857459395" sldId="2147471000"/>
            <ac:picMk id="26" creationId="{AED3325D-0962-028C-6C65-604BC8FA382A}"/>
          </ac:picMkLst>
        </pc:picChg>
        <pc:picChg chg="add mod">
          <ac:chgData name="Cheng, Yingxin" userId="1b1d5a7c-9f32-44a5-b5cd-0d28224007b5" providerId="ADAL" clId="{977398C1-E06B-49D1-A143-AD5084768011}" dt="2023-09-05T07:32:36.895" v="8862" actId="1076"/>
          <ac:picMkLst>
            <pc:docMk/>
            <pc:sldMk cId="3857459395" sldId="2147471000"/>
            <ac:picMk id="40" creationId="{500574BC-81B1-0BF3-4B9A-BAD7B33F06D9}"/>
          </ac:picMkLst>
        </pc:picChg>
        <pc:picChg chg="add mod">
          <ac:chgData name="Cheng, Yingxin" userId="1b1d5a7c-9f32-44a5-b5cd-0d28224007b5" providerId="ADAL" clId="{977398C1-E06B-49D1-A143-AD5084768011}" dt="2023-09-05T07:27:54.541" v="8816" actId="14100"/>
          <ac:picMkLst>
            <pc:docMk/>
            <pc:sldMk cId="3857459395" sldId="2147471000"/>
            <ac:picMk id="49" creationId="{D9FC55B8-540F-1140-1053-049965BB84C3}"/>
          </ac:picMkLst>
        </pc:picChg>
        <pc:cxnChg chg="add del mod">
          <ac:chgData name="Cheng, Yingxin" userId="1b1d5a7c-9f32-44a5-b5cd-0d28224007b5" providerId="ADAL" clId="{977398C1-E06B-49D1-A143-AD5084768011}" dt="2023-09-05T07:21:20.813" v="8696" actId="478"/>
          <ac:cxnSpMkLst>
            <pc:docMk/>
            <pc:sldMk cId="3857459395" sldId="2147471000"/>
            <ac:cxnSpMk id="15" creationId="{44998065-1F17-ED20-109E-FAD23B5840DC}"/>
          </ac:cxnSpMkLst>
        </pc:cxnChg>
        <pc:cxnChg chg="add del mod">
          <ac:chgData name="Cheng, Yingxin" userId="1b1d5a7c-9f32-44a5-b5cd-0d28224007b5" providerId="ADAL" clId="{977398C1-E06B-49D1-A143-AD5084768011}" dt="2023-09-05T07:21:14.040" v="8695" actId="478"/>
          <ac:cxnSpMkLst>
            <pc:docMk/>
            <pc:sldMk cId="3857459395" sldId="2147471000"/>
            <ac:cxnSpMk id="18" creationId="{9ACF5176-BBC6-D669-02CE-9CBAFF804475}"/>
          </ac:cxnSpMkLst>
        </pc:cxnChg>
        <pc:cxnChg chg="add mod">
          <ac:chgData name="Cheng, Yingxin" userId="1b1d5a7c-9f32-44a5-b5cd-0d28224007b5" providerId="ADAL" clId="{977398C1-E06B-49D1-A143-AD5084768011}" dt="2023-09-05T07:32:43.736" v="8864" actId="14100"/>
          <ac:cxnSpMkLst>
            <pc:docMk/>
            <pc:sldMk cId="3857459395" sldId="2147471000"/>
            <ac:cxnSpMk id="19" creationId="{88FD482B-7F32-5496-2521-818CA5C27C38}"/>
          </ac:cxnSpMkLst>
        </pc:cxnChg>
        <pc:cxnChg chg="add mod">
          <ac:chgData name="Cheng, Yingxin" userId="1b1d5a7c-9f32-44a5-b5cd-0d28224007b5" providerId="ADAL" clId="{977398C1-E06B-49D1-A143-AD5084768011}" dt="2023-09-05T07:32:43.736" v="8864" actId="14100"/>
          <ac:cxnSpMkLst>
            <pc:docMk/>
            <pc:sldMk cId="3857459395" sldId="2147471000"/>
            <ac:cxnSpMk id="30" creationId="{E047DC3E-727F-3577-3DC2-59DE04653AC5}"/>
          </ac:cxnSpMkLst>
        </pc:cxnChg>
        <pc:cxnChg chg="add mod">
          <ac:chgData name="Cheng, Yingxin" userId="1b1d5a7c-9f32-44a5-b5cd-0d28224007b5" providerId="ADAL" clId="{977398C1-E06B-49D1-A143-AD5084768011}" dt="2023-09-05T08:11:20.779" v="9377" actId="14100"/>
          <ac:cxnSpMkLst>
            <pc:docMk/>
            <pc:sldMk cId="3857459395" sldId="2147471000"/>
            <ac:cxnSpMk id="34" creationId="{C496CFCC-79A9-16ED-E96B-87768B91267E}"/>
          </ac:cxnSpMkLst>
        </pc:cxnChg>
        <pc:cxnChg chg="add mod">
          <ac:chgData name="Cheng, Yingxin" userId="1b1d5a7c-9f32-44a5-b5cd-0d28224007b5" providerId="ADAL" clId="{977398C1-E06B-49D1-A143-AD5084768011}" dt="2023-09-05T07:32:43.736" v="8864" actId="14100"/>
          <ac:cxnSpMkLst>
            <pc:docMk/>
            <pc:sldMk cId="3857459395" sldId="2147471000"/>
            <ac:cxnSpMk id="43" creationId="{F2913DE3-0170-B4BD-5F8D-658BD6956217}"/>
          </ac:cxnSpMkLst>
        </pc:cxnChg>
        <pc:cxnChg chg="add mod">
          <ac:chgData name="Cheng, Yingxin" userId="1b1d5a7c-9f32-44a5-b5cd-0d28224007b5" providerId="ADAL" clId="{977398C1-E06B-49D1-A143-AD5084768011}" dt="2023-09-05T08:11:16.324" v="9376" actId="14100"/>
          <ac:cxnSpMkLst>
            <pc:docMk/>
            <pc:sldMk cId="3857459395" sldId="2147471000"/>
            <ac:cxnSpMk id="52" creationId="{9B983FD3-29BE-A3FE-8E3A-AE309BAE910E}"/>
          </ac:cxnSpMkLst>
        </pc:cxnChg>
        <pc:cxnChg chg="add mod">
          <ac:chgData name="Cheng, Yingxin" userId="1b1d5a7c-9f32-44a5-b5cd-0d28224007b5" providerId="ADAL" clId="{977398C1-E06B-49D1-A143-AD5084768011}" dt="2023-09-05T07:33:37.669" v="8872" actId="14100"/>
          <ac:cxnSpMkLst>
            <pc:docMk/>
            <pc:sldMk cId="3857459395" sldId="2147471000"/>
            <ac:cxnSpMk id="69" creationId="{36B2C98D-D036-6723-5087-2A367EDEA878}"/>
          </ac:cxnSpMkLst>
        </pc:cxnChg>
      </pc:sldChg>
      <pc:sldChg chg="addSp delSp modSp add mod modNotesTx">
        <pc:chgData name="Cheng, Yingxin" userId="1b1d5a7c-9f32-44a5-b5cd-0d28224007b5" providerId="ADAL" clId="{977398C1-E06B-49D1-A143-AD5084768011}" dt="2023-09-19T03:18:02.178" v="11263" actId="20577"/>
        <pc:sldMkLst>
          <pc:docMk/>
          <pc:sldMk cId="1521093002" sldId="2147471001"/>
        </pc:sldMkLst>
        <pc:spChg chg="mod">
          <ac:chgData name="Cheng, Yingxin" userId="1b1d5a7c-9f32-44a5-b5cd-0d28224007b5" providerId="ADAL" clId="{977398C1-E06B-49D1-A143-AD5084768011}" dt="2023-09-05T08:01:05.063" v="9332" actId="20577"/>
          <ac:spMkLst>
            <pc:docMk/>
            <pc:sldMk cId="1521093002" sldId="2147471001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5T08:42:52.573" v="10118" actId="20577"/>
          <ac:spMkLst>
            <pc:docMk/>
            <pc:sldMk cId="1521093002" sldId="2147471001"/>
            <ac:spMk id="3" creationId="{C04FE33A-C54B-4B20-8C08-D0ADB8B0D963}"/>
          </ac:spMkLst>
        </pc:spChg>
        <pc:spChg chg="add mod">
          <ac:chgData name="Cheng, Yingxin" userId="1b1d5a7c-9f32-44a5-b5cd-0d28224007b5" providerId="ADAL" clId="{977398C1-E06B-49D1-A143-AD5084768011}" dt="2023-09-05T08:07:02.593" v="9358" actId="20577"/>
          <ac:spMkLst>
            <pc:docMk/>
            <pc:sldMk cId="1521093002" sldId="2147471001"/>
            <ac:spMk id="7" creationId="{5E3904F2-3F27-6A06-195E-A26B4466F230}"/>
          </ac:spMkLst>
        </pc:spChg>
        <pc:spChg chg="del">
          <ac:chgData name="Cheng, Yingxin" userId="1b1d5a7c-9f32-44a5-b5cd-0d28224007b5" providerId="ADAL" clId="{977398C1-E06B-49D1-A143-AD5084768011}" dt="2023-09-05T07:57:27.143" v="9187" actId="478"/>
          <ac:spMkLst>
            <pc:docMk/>
            <pc:sldMk cId="1521093002" sldId="2147471001"/>
            <ac:spMk id="9" creationId="{949B3FB0-6D5F-CCF1-F997-0EA76D626F69}"/>
          </ac:spMkLst>
        </pc:spChg>
        <pc:spChg chg="del">
          <ac:chgData name="Cheng, Yingxin" userId="1b1d5a7c-9f32-44a5-b5cd-0d28224007b5" providerId="ADAL" clId="{977398C1-E06B-49D1-A143-AD5084768011}" dt="2023-09-05T07:57:27.143" v="9187" actId="478"/>
          <ac:spMkLst>
            <pc:docMk/>
            <pc:sldMk cId="1521093002" sldId="2147471001"/>
            <ac:spMk id="12" creationId="{25AB4A55-42E0-256F-05BB-E91BF718356D}"/>
          </ac:spMkLst>
        </pc:spChg>
        <pc:spChg chg="del">
          <ac:chgData name="Cheng, Yingxin" userId="1b1d5a7c-9f32-44a5-b5cd-0d28224007b5" providerId="ADAL" clId="{977398C1-E06B-49D1-A143-AD5084768011}" dt="2023-09-05T07:57:27.143" v="9187" actId="478"/>
          <ac:spMkLst>
            <pc:docMk/>
            <pc:sldMk cId="1521093002" sldId="2147471001"/>
            <ac:spMk id="15" creationId="{B4D8CF81-2F6E-27A1-32AF-967F6B3DB3BA}"/>
          </ac:spMkLst>
        </pc:spChg>
        <pc:spChg chg="del">
          <ac:chgData name="Cheng, Yingxin" userId="1b1d5a7c-9f32-44a5-b5cd-0d28224007b5" providerId="ADAL" clId="{977398C1-E06B-49D1-A143-AD5084768011}" dt="2023-09-05T07:57:27.143" v="9187" actId="478"/>
          <ac:spMkLst>
            <pc:docMk/>
            <pc:sldMk cId="1521093002" sldId="2147471001"/>
            <ac:spMk id="22" creationId="{C0F0D27E-3A6B-6790-51AF-1921A4EBF3A7}"/>
          </ac:spMkLst>
        </pc:spChg>
        <pc:picChg chg="del">
          <ac:chgData name="Cheng, Yingxin" userId="1b1d5a7c-9f32-44a5-b5cd-0d28224007b5" providerId="ADAL" clId="{977398C1-E06B-49D1-A143-AD5084768011}" dt="2023-09-05T07:57:27.143" v="9187" actId="478"/>
          <ac:picMkLst>
            <pc:docMk/>
            <pc:sldMk cId="1521093002" sldId="2147471001"/>
            <ac:picMk id="4" creationId="{3D028EB4-2459-1C70-7692-8E13CA3F12B2}"/>
          </ac:picMkLst>
        </pc:picChg>
        <pc:picChg chg="add mod modCrop">
          <ac:chgData name="Cheng, Yingxin" userId="1b1d5a7c-9f32-44a5-b5cd-0d28224007b5" providerId="ADAL" clId="{977398C1-E06B-49D1-A143-AD5084768011}" dt="2023-09-05T08:06:48.118" v="9354" actId="1076"/>
          <ac:picMkLst>
            <pc:docMk/>
            <pc:sldMk cId="1521093002" sldId="2147471001"/>
            <ac:picMk id="6" creationId="{0B9557B0-055D-2563-B9B9-0E4CF703DB8A}"/>
          </ac:picMkLst>
        </pc:picChg>
        <pc:picChg chg="del">
          <ac:chgData name="Cheng, Yingxin" userId="1b1d5a7c-9f32-44a5-b5cd-0d28224007b5" providerId="ADAL" clId="{977398C1-E06B-49D1-A143-AD5084768011}" dt="2023-09-05T07:57:27.143" v="9187" actId="478"/>
          <ac:picMkLst>
            <pc:docMk/>
            <pc:sldMk cId="1521093002" sldId="2147471001"/>
            <ac:picMk id="11" creationId="{70152BBF-C839-2C33-F8C8-5056BD24ACCC}"/>
          </ac:picMkLst>
        </pc:picChg>
        <pc:picChg chg="del">
          <ac:chgData name="Cheng, Yingxin" userId="1b1d5a7c-9f32-44a5-b5cd-0d28224007b5" providerId="ADAL" clId="{977398C1-E06B-49D1-A143-AD5084768011}" dt="2023-09-05T07:57:27.143" v="9187" actId="478"/>
          <ac:picMkLst>
            <pc:docMk/>
            <pc:sldMk cId="1521093002" sldId="2147471001"/>
            <ac:picMk id="14" creationId="{E3200CC4-2BD8-09D1-FF90-024B4050BE4F}"/>
          </ac:picMkLst>
        </pc:picChg>
        <pc:cxnChg chg="add mod">
          <ac:chgData name="Cheng, Yingxin" userId="1b1d5a7c-9f32-44a5-b5cd-0d28224007b5" providerId="ADAL" clId="{977398C1-E06B-49D1-A143-AD5084768011}" dt="2023-09-05T08:06:58.838" v="9357" actId="14100"/>
          <ac:cxnSpMkLst>
            <pc:docMk/>
            <pc:sldMk cId="1521093002" sldId="2147471001"/>
            <ac:cxnSpMk id="8" creationId="{3F455411-9C2A-F239-7E51-00FF2DA70665}"/>
          </ac:cxnSpMkLst>
        </pc:cxnChg>
        <pc:cxnChg chg="add mod">
          <ac:chgData name="Cheng, Yingxin" userId="1b1d5a7c-9f32-44a5-b5cd-0d28224007b5" providerId="ADAL" clId="{977398C1-E06B-49D1-A143-AD5084768011}" dt="2023-09-05T08:06:55.052" v="9356" actId="14100"/>
          <ac:cxnSpMkLst>
            <pc:docMk/>
            <pc:sldMk cId="1521093002" sldId="2147471001"/>
            <ac:cxnSpMk id="10" creationId="{810A9AE3-FBBC-E92B-E9C6-B5A1D71114FF}"/>
          </ac:cxnSpMkLst>
        </pc:cxnChg>
        <pc:cxnChg chg="del mod">
          <ac:chgData name="Cheng, Yingxin" userId="1b1d5a7c-9f32-44a5-b5cd-0d28224007b5" providerId="ADAL" clId="{977398C1-E06B-49D1-A143-AD5084768011}" dt="2023-09-05T07:57:27.143" v="9187" actId="478"/>
          <ac:cxnSpMkLst>
            <pc:docMk/>
            <pc:sldMk cId="1521093002" sldId="2147471001"/>
            <ac:cxnSpMk id="16" creationId="{A4E12445-C078-1F6B-D0C2-438D447CF3A9}"/>
          </ac:cxnSpMkLst>
        </pc:cxnChg>
        <pc:cxnChg chg="del mod">
          <ac:chgData name="Cheng, Yingxin" userId="1b1d5a7c-9f32-44a5-b5cd-0d28224007b5" providerId="ADAL" clId="{977398C1-E06B-49D1-A143-AD5084768011}" dt="2023-09-05T07:57:27.143" v="9187" actId="478"/>
          <ac:cxnSpMkLst>
            <pc:docMk/>
            <pc:sldMk cId="1521093002" sldId="2147471001"/>
            <ac:cxnSpMk id="19" creationId="{FA1F6024-49CA-680D-7E7D-DE470B5EBBEB}"/>
          </ac:cxnSpMkLst>
        </pc:cxnChg>
      </pc:sldChg>
      <pc:sldChg chg="modSp add mod modNotesTx">
        <pc:chgData name="Cheng, Yingxin" userId="1b1d5a7c-9f32-44a5-b5cd-0d28224007b5" providerId="ADAL" clId="{977398C1-E06B-49D1-A143-AD5084768011}" dt="2023-09-19T03:18:05.838" v="11264" actId="20577"/>
        <pc:sldMkLst>
          <pc:docMk/>
          <pc:sldMk cId="14846591" sldId="2147471002"/>
        </pc:sldMkLst>
        <pc:spChg chg="mod">
          <ac:chgData name="Cheng, Yingxin" userId="1b1d5a7c-9f32-44a5-b5cd-0d28224007b5" providerId="ADAL" clId="{977398C1-E06B-49D1-A143-AD5084768011}" dt="2023-09-07T03:12:45.935" v="10309" actId="20577"/>
          <ac:spMkLst>
            <pc:docMk/>
            <pc:sldMk cId="14846591" sldId="2147471002"/>
            <ac:spMk id="2" creationId="{27FA014A-55AB-4347-85DE-2BBBBE85E591}"/>
          </ac:spMkLst>
        </pc:spChg>
        <pc:spChg chg="mod">
          <ac:chgData name="Cheng, Yingxin" userId="1b1d5a7c-9f32-44a5-b5cd-0d28224007b5" providerId="ADAL" clId="{977398C1-E06B-49D1-A143-AD5084768011}" dt="2023-09-07T03:45:13.259" v="10414" actId="20577"/>
          <ac:spMkLst>
            <pc:docMk/>
            <pc:sldMk cId="14846591" sldId="2147471002"/>
            <ac:spMk id="3" creationId="{C04FE33A-C54B-4B20-8C08-D0ADB8B0D963}"/>
          </ac:spMkLst>
        </pc:spChg>
      </pc:sldChg>
      <pc:sldChg chg="addSp delSp modSp new mod modClrScheme chgLayout">
        <pc:chgData name="Cheng, Yingxin" userId="1b1d5a7c-9f32-44a5-b5cd-0d28224007b5" providerId="ADAL" clId="{977398C1-E06B-49D1-A143-AD5084768011}" dt="2023-09-05T08:16:41.001" v="9445" actId="403"/>
        <pc:sldMkLst>
          <pc:docMk/>
          <pc:sldMk cId="2862785647" sldId="2147471003"/>
        </pc:sldMkLst>
        <pc:spChg chg="del mod ord">
          <ac:chgData name="Cheng, Yingxin" userId="1b1d5a7c-9f32-44a5-b5cd-0d28224007b5" providerId="ADAL" clId="{977398C1-E06B-49D1-A143-AD5084768011}" dt="2023-09-05T08:16:16.355" v="9436" actId="700"/>
          <ac:spMkLst>
            <pc:docMk/>
            <pc:sldMk cId="2862785647" sldId="2147471003"/>
            <ac:spMk id="2" creationId="{932B6FC9-9324-FCE1-3CC1-8B8577107007}"/>
          </ac:spMkLst>
        </pc:spChg>
        <pc:spChg chg="del mod ord">
          <ac:chgData name="Cheng, Yingxin" userId="1b1d5a7c-9f32-44a5-b5cd-0d28224007b5" providerId="ADAL" clId="{977398C1-E06B-49D1-A143-AD5084768011}" dt="2023-09-05T08:16:16.355" v="9436" actId="700"/>
          <ac:spMkLst>
            <pc:docMk/>
            <pc:sldMk cId="2862785647" sldId="2147471003"/>
            <ac:spMk id="3" creationId="{39E0FB13-5D41-29AB-CF6B-2B3A442AA9F7}"/>
          </ac:spMkLst>
        </pc:spChg>
        <pc:spChg chg="add mod ord">
          <ac:chgData name="Cheng, Yingxin" userId="1b1d5a7c-9f32-44a5-b5cd-0d28224007b5" providerId="ADAL" clId="{977398C1-E06B-49D1-A143-AD5084768011}" dt="2023-09-05T08:16:41.001" v="9445" actId="403"/>
          <ac:spMkLst>
            <pc:docMk/>
            <pc:sldMk cId="2862785647" sldId="2147471003"/>
            <ac:spMk id="4" creationId="{70D5B797-B896-D307-45F2-2317346F557C}"/>
          </ac:spMkLst>
        </pc:spChg>
        <pc:spChg chg="add del mod ord">
          <ac:chgData name="Cheng, Yingxin" userId="1b1d5a7c-9f32-44a5-b5cd-0d28224007b5" providerId="ADAL" clId="{977398C1-E06B-49D1-A143-AD5084768011}" dt="2023-09-05T08:16:26.304" v="9442" actId="478"/>
          <ac:spMkLst>
            <pc:docMk/>
            <pc:sldMk cId="2862785647" sldId="2147471003"/>
            <ac:spMk id="5" creationId="{B7D80595-5A16-1BE6-EB87-54EF35B54EFE}"/>
          </ac:spMkLst>
        </pc:spChg>
      </pc:sldChg>
      <pc:sldChg chg="modSp add mod modNotesTx">
        <pc:chgData name="Cheng, Yingxin" userId="1b1d5a7c-9f32-44a5-b5cd-0d28224007b5" providerId="ADAL" clId="{977398C1-E06B-49D1-A143-AD5084768011}" dt="2023-09-19T03:17:50.099" v="11258" actId="20577"/>
        <pc:sldMkLst>
          <pc:docMk/>
          <pc:sldMk cId="3281298610" sldId="2147471004"/>
        </pc:sldMkLst>
        <pc:spChg chg="mod">
          <ac:chgData name="Cheng, Yingxin" userId="1b1d5a7c-9f32-44a5-b5cd-0d28224007b5" providerId="ADAL" clId="{977398C1-E06B-49D1-A143-AD5084768011}" dt="2023-09-07T03:40:16.927" v="10406" actId="14100"/>
          <ac:spMkLst>
            <pc:docMk/>
            <pc:sldMk cId="3281298610" sldId="2147471004"/>
            <ac:spMk id="3" creationId="{7CC8AFCC-0B48-FA82-37F2-E33212CAFFCF}"/>
          </ac:spMkLst>
        </pc:spChg>
        <pc:spChg chg="mod">
          <ac:chgData name="Cheng, Yingxin" userId="1b1d5a7c-9f32-44a5-b5cd-0d28224007b5" providerId="ADAL" clId="{977398C1-E06B-49D1-A143-AD5084768011}" dt="2023-09-07T03:40:06.177" v="10404" actId="1035"/>
          <ac:spMkLst>
            <pc:docMk/>
            <pc:sldMk cId="3281298610" sldId="2147471004"/>
            <ac:spMk id="7" creationId="{9C07541A-1FC7-9DB2-9759-6BF17A8F5FF1}"/>
          </ac:spMkLst>
        </pc:spChg>
        <pc:spChg chg="mod">
          <ac:chgData name="Cheng, Yingxin" userId="1b1d5a7c-9f32-44a5-b5cd-0d28224007b5" providerId="ADAL" clId="{977398C1-E06B-49D1-A143-AD5084768011}" dt="2023-09-07T03:40:06.177" v="10404" actId="1035"/>
          <ac:spMkLst>
            <pc:docMk/>
            <pc:sldMk cId="3281298610" sldId="2147471004"/>
            <ac:spMk id="8" creationId="{2DF8642F-4D21-3B48-251B-EE683575E46B}"/>
          </ac:spMkLst>
        </pc:spChg>
        <pc:spChg chg="mod">
          <ac:chgData name="Cheng, Yingxin" userId="1b1d5a7c-9f32-44a5-b5cd-0d28224007b5" providerId="ADAL" clId="{977398C1-E06B-49D1-A143-AD5084768011}" dt="2023-09-07T03:40:06.177" v="10404" actId="1035"/>
          <ac:spMkLst>
            <pc:docMk/>
            <pc:sldMk cId="3281298610" sldId="2147471004"/>
            <ac:spMk id="9" creationId="{24BBDFC2-C4CF-06A6-04DC-0C729BD9749C}"/>
          </ac:spMkLst>
        </pc:spChg>
        <pc:graphicFrameChg chg="mod modGraphic">
          <ac:chgData name="Cheng, Yingxin" userId="1b1d5a7c-9f32-44a5-b5cd-0d28224007b5" providerId="ADAL" clId="{977398C1-E06B-49D1-A143-AD5084768011}" dt="2023-09-07T03:38:51.877" v="10397"/>
          <ac:graphicFrameMkLst>
            <pc:docMk/>
            <pc:sldMk cId="3281298610" sldId="2147471004"/>
            <ac:graphicFrameMk id="4" creationId="{099D23F1-4DF1-46EE-2050-F26279D643E3}"/>
          </ac:graphicFrameMkLst>
        </pc:graphicFrameChg>
        <pc:picChg chg="mod">
          <ac:chgData name="Cheng, Yingxin" userId="1b1d5a7c-9f32-44a5-b5cd-0d28224007b5" providerId="ADAL" clId="{977398C1-E06B-49D1-A143-AD5084768011}" dt="2023-09-07T03:40:06.177" v="10404" actId="1035"/>
          <ac:picMkLst>
            <pc:docMk/>
            <pc:sldMk cId="3281298610" sldId="2147471004"/>
            <ac:picMk id="6" creationId="{D07D044E-2A36-AD6A-1FF8-89D8A28D3C24}"/>
          </ac:picMkLst>
        </pc:picChg>
      </pc:sldChg>
      <pc:sldChg chg="add del">
        <pc:chgData name="Cheng, Yingxin" userId="1b1d5a7c-9f32-44a5-b5cd-0d28224007b5" providerId="ADAL" clId="{977398C1-E06B-49D1-A143-AD5084768011}" dt="2023-09-07T03:39:00.557" v="10398" actId="2696"/>
        <pc:sldMkLst>
          <pc:docMk/>
          <pc:sldMk cId="1720328436" sldId="214747100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992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80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15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83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231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22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629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826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857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32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77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363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116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067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43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160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65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D1EA-AB71-483D-A38D-B3B7B73FDE8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3B183-64CC-4B66-856D-40373337AF1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5228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2E257-2A76-E344-863C-0823669A23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1" y="1524000"/>
            <a:ext cx="11010899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A1751-756A-4277-89A8-22853BBB6D43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E81FB-A40F-442D-9F46-93B86A7867F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592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501" y="2139953"/>
            <a:ext cx="11010900" cy="4097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BDBCA7-2C63-493A-A58C-D158E3304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58B0C-7E1E-42D9-BA94-CF95319AC75D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930BE-2EF7-4A27-B574-CC7F56E23EE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8216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C756FD-D367-4604-947F-678A59EDCA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FAB4E-A299-44C8-AACE-69AB51C1E61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F3A26-C068-4B72-A83B-34EFCA4E47A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582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8EEDD-B39B-424B-A23C-C9AFBEFC8D27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0D2CD-C9BB-4E5B-B736-64EC2EA2162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50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DAF2E6DD-A697-4E26-BA6A-EF0449D7430B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028C5B46-7804-4459-9F82-F56352D0EE54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47F6B19-5E1B-43E2-BA93-7E68A56CB6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DDC13B9-04CD-43E8-B565-A92ABD110A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F999432-84A5-47D5-B81D-D131E93A939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5378F4-C669-453E-AB16-D61CB1EBDA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1" y="1612901"/>
            <a:ext cx="57603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88EEF-DC90-47D1-B68D-DAD1BA7BE42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12B19-CF53-47D7-9EA3-459DABB1406B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0525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403981"/>
            <a:ext cx="5129422" cy="601218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B9BADD-04D4-4686-970E-FB0049CC09C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4378E-36CA-41C6-8E85-727E1F91A6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034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4A5EA-7602-4C8C-B95C-5306CD887FF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35B75-DFD3-4791-ACEA-AF630FFAB9A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59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Horizont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152" y="3513864"/>
            <a:ext cx="11347450" cy="28908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EB66-8674-4A4F-B55A-79488DD6B4DC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9E7C7-FA12-4331-A70E-193D07092A46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9270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550" y="450549"/>
            <a:ext cx="11305062" cy="5956776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B082-32C5-47FD-9ECB-602F4FA1556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E4005-6DA6-4443-A120-563FA414CBD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518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C9FC2E-0D67-4420-A61E-1D363937D0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090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C6A53413-DBC6-A349-994F-CB2790ACF8D3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56" r:id="rId3"/>
    <p:sldLayoutId id="2147483759" r:id="rId4"/>
    <p:sldLayoutId id="2147483755" r:id="rId5"/>
    <p:sldLayoutId id="2147483722" r:id="rId6"/>
    <p:sldLayoutId id="2147483778" r:id="rId7"/>
    <p:sldLayoutId id="2147483724" r:id="rId8"/>
    <p:sldLayoutId id="2147483751" r:id="rId9"/>
    <p:sldLayoutId id="2147483730" r:id="rId10"/>
    <p:sldLayoutId id="2147483754" r:id="rId11"/>
    <p:sldLayoutId id="2147483761" r:id="rId12"/>
    <p:sldLayoutId id="2147483749" r:id="rId13"/>
    <p:sldLayoutId id="2147483746" r:id="rId14"/>
    <p:sldLayoutId id="2147483747" r:id="rId15"/>
    <p:sldLayoutId id="2147483769" r:id="rId16"/>
    <p:sldLayoutId id="2147483768" r:id="rId17"/>
    <p:sldLayoutId id="2147483723" r:id="rId18"/>
    <p:sldLayoutId id="2147483770" r:id="rId19"/>
    <p:sldLayoutId id="2147483771" r:id="rId20"/>
    <p:sldLayoutId id="2147483772" r:id="rId21"/>
    <p:sldLayoutId id="2147483752" r:id="rId22"/>
    <p:sldLayoutId id="2147483732" r:id="rId23"/>
    <p:sldLayoutId id="2147483758" r:id="rId24"/>
    <p:sldLayoutId id="2147483757" r:id="rId25"/>
    <p:sldLayoutId id="2147483779" r:id="rId26"/>
    <p:sldLayoutId id="2147483753" r:id="rId27"/>
    <p:sldLayoutId id="2147483763" r:id="rId28"/>
    <p:sldLayoutId id="2147483729" r:id="rId29"/>
    <p:sldLayoutId id="2147483760" r:id="rId30"/>
    <p:sldLayoutId id="2147483764" r:id="rId31"/>
    <p:sldLayoutId id="2147483745" r:id="rId32"/>
    <p:sldLayoutId id="2147483780" r:id="rId33"/>
    <p:sldLayoutId id="2147483744" r:id="rId34"/>
    <p:sldLayoutId id="214748375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3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CE70A3-50D0-4EC3-BCFE-0FB6AC40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476" y="3585279"/>
            <a:ext cx="9923992" cy="625477"/>
          </a:xfrm>
        </p:spPr>
        <p:txBody>
          <a:bodyPr/>
          <a:lstStyle/>
          <a:p>
            <a:r>
              <a:rPr lang="en-US" altLang="zh-CN" sz="4000" dirty="0"/>
              <a:t>HCC optimization in </a:t>
            </a:r>
            <a:r>
              <a:rPr lang="en-US" sz="4000" dirty="0"/>
              <a:t>Ceph Messenger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0F678E-59F1-435E-9594-36DDC3317D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95476" y="4879487"/>
            <a:ext cx="10283651" cy="547510"/>
          </a:xfrm>
        </p:spPr>
        <p:txBody>
          <a:bodyPr>
            <a:normAutofit/>
          </a:bodyPr>
          <a:lstStyle/>
          <a:p>
            <a:r>
              <a:rPr lang="en-US" dirty="0"/>
              <a:t>Cheng, Yingxin from </a:t>
            </a:r>
            <a:r>
              <a:rPr lang="en-US"/>
              <a:t>SSE – CSE - </a:t>
            </a:r>
            <a:r>
              <a:rPr lang="en-US" dirty="0"/>
              <a:t>Storage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64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08016"/>
            <a:ext cx="4062521" cy="494038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Customers</a:t>
            </a:r>
          </a:p>
          <a:p>
            <a:pPr lvl="1"/>
            <a:r>
              <a:rPr lang="en-US" altLang="zh-CN" sz="2100" dirty="0"/>
              <a:t>Telco (AT&amp;T, China Mobile, </a:t>
            </a:r>
            <a:r>
              <a:rPr lang="en-US" altLang="zh-CN" sz="2100" dirty="0" err="1"/>
              <a:t>etc</a:t>
            </a:r>
            <a:r>
              <a:rPr lang="en-US" altLang="zh-CN" sz="2100" dirty="0"/>
              <a:t>)</a:t>
            </a:r>
          </a:p>
          <a:p>
            <a:pPr lvl="1"/>
            <a:r>
              <a:rPr lang="en-US" altLang="zh-CN" sz="2100" dirty="0"/>
              <a:t>CSP (</a:t>
            </a:r>
            <a:r>
              <a:rPr lang="en-US" altLang="zh-CN" sz="2100" dirty="0" err="1"/>
              <a:t>Ebay</a:t>
            </a:r>
            <a:r>
              <a:rPr lang="en-US" altLang="zh-CN" sz="2100" dirty="0"/>
              <a:t>, </a:t>
            </a:r>
            <a:r>
              <a:rPr lang="en-US" altLang="zh-CN" sz="2100" dirty="0" err="1"/>
              <a:t>SalesForce</a:t>
            </a:r>
            <a:r>
              <a:rPr lang="en-US" altLang="zh-CN" sz="2100" dirty="0"/>
              <a:t>, </a:t>
            </a:r>
            <a:r>
              <a:rPr lang="en-US" altLang="zh-CN" sz="2100" dirty="0" err="1"/>
              <a:t>etc</a:t>
            </a:r>
            <a:r>
              <a:rPr lang="en-US" altLang="zh-CN" sz="2100" dirty="0"/>
              <a:t>)</a:t>
            </a:r>
          </a:p>
          <a:p>
            <a:pPr lvl="1"/>
            <a:r>
              <a:rPr lang="en-US" altLang="zh-CN" sz="2100" dirty="0"/>
              <a:t>Enterprise (IBM, H3C, </a:t>
            </a:r>
            <a:r>
              <a:rPr lang="en-US" altLang="zh-CN" sz="2100" dirty="0" err="1"/>
              <a:t>etc</a:t>
            </a:r>
            <a:r>
              <a:rPr lang="en-US" altLang="zh-CN" sz="2100" dirty="0"/>
              <a:t>)</a:t>
            </a:r>
          </a:p>
          <a:p>
            <a:pPr lvl="1"/>
            <a:r>
              <a:rPr lang="en-US" altLang="zh-CN" sz="2100" dirty="0"/>
              <a:t>OEM/ODM (Dell, Inspur, </a:t>
            </a:r>
            <a:r>
              <a:rPr lang="en-US" altLang="zh-CN" sz="2100" dirty="0" err="1"/>
              <a:t>etc</a:t>
            </a:r>
            <a:r>
              <a:rPr lang="en-US" altLang="zh-CN" sz="2100" dirty="0"/>
              <a:t>)</a:t>
            </a:r>
          </a:p>
          <a:p>
            <a:pPr lvl="1"/>
            <a:r>
              <a:rPr lang="en-US" altLang="zh-CN" sz="2100" dirty="0"/>
              <a:t>$500m+ Xeon sales (2020)</a:t>
            </a:r>
          </a:p>
          <a:p>
            <a:r>
              <a:rPr lang="en-US" dirty="0"/>
              <a:t>Ceph Community</a:t>
            </a:r>
          </a:p>
          <a:p>
            <a:pPr lvl="1"/>
            <a:r>
              <a:rPr lang="en-US" sz="2000" dirty="0"/>
              <a:t>2nd Contributor after </a:t>
            </a:r>
            <a:r>
              <a:rPr lang="en-US" sz="2000" dirty="0" err="1"/>
              <a:t>Redhat</a:t>
            </a:r>
            <a:endParaRPr lang="en-US" sz="2000" dirty="0"/>
          </a:p>
          <a:p>
            <a:pPr lvl="1"/>
            <a:r>
              <a:rPr lang="en-US" sz="2000" dirty="0"/>
              <a:t>Ceph Leadership Team</a:t>
            </a:r>
          </a:p>
          <a:p>
            <a:pPr lvl="1"/>
            <a:r>
              <a:rPr lang="en-US" sz="2000" dirty="0"/>
              <a:t>Ceph Component Lead (</a:t>
            </a:r>
            <a:r>
              <a:rPr lang="en-US" sz="2000" dirty="0" err="1"/>
              <a:t>SeaStore</a:t>
            </a:r>
            <a:r>
              <a:rPr lang="en-US" sz="2000" dirty="0"/>
              <a:t>)</a:t>
            </a:r>
          </a:p>
          <a:p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Ceph</a:t>
            </a:r>
            <a:r>
              <a:rPr lang="en-US" sz="2400" dirty="0"/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OSD</a:t>
            </a:r>
            <a:r>
              <a:rPr lang="en-US" sz="2400" dirty="0"/>
              <a:t>,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Messenger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Crimson</a:t>
            </a:r>
            <a:r>
              <a:rPr lang="en-US" sz="2400" dirty="0"/>
              <a:t> Project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0F9C23-9E83-EB27-B1BC-9DA163F50A71}"/>
              </a:ext>
            </a:extLst>
          </p:cNvPr>
          <p:cNvGrpSpPr/>
          <p:nvPr/>
        </p:nvGrpSpPr>
        <p:grpSpPr>
          <a:xfrm>
            <a:off x="4718092" y="154149"/>
            <a:ext cx="3551512" cy="3236181"/>
            <a:chOff x="711200" y="2678545"/>
            <a:chExt cx="4368766" cy="398087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5BC1F80-6E9C-9F6B-D490-401A9A3D3AA1}"/>
                </a:ext>
              </a:extLst>
            </p:cNvPr>
            <p:cNvSpPr/>
            <p:nvPr/>
          </p:nvSpPr>
          <p:spPr>
            <a:xfrm>
              <a:off x="711200" y="2678545"/>
              <a:ext cx="4368766" cy="3980873"/>
            </a:xfrm>
            <a:prstGeom prst="roundRect">
              <a:avLst>
                <a:gd name="adj" fmla="val 5838"/>
              </a:avLst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4" name="Picture 3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7F114627-8D2C-C493-C1F2-FE7DB06D2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752" y="2678545"/>
              <a:ext cx="4259036" cy="387581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AF50896-B295-F16C-8FA7-C7BCC27E07ED}"/>
              </a:ext>
            </a:extLst>
          </p:cNvPr>
          <p:cNvGrpSpPr/>
          <p:nvPr/>
        </p:nvGrpSpPr>
        <p:grpSpPr>
          <a:xfrm>
            <a:off x="8400756" y="688731"/>
            <a:ext cx="3211449" cy="2257136"/>
            <a:chOff x="6363855" y="258619"/>
            <a:chExt cx="4184072" cy="302153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23288DA-3DE2-1172-42EF-331F46148313}"/>
                </a:ext>
              </a:extLst>
            </p:cNvPr>
            <p:cNvSpPr/>
            <p:nvPr/>
          </p:nvSpPr>
          <p:spPr>
            <a:xfrm>
              <a:off x="6363855" y="258619"/>
              <a:ext cx="4184072" cy="3021531"/>
            </a:xfrm>
            <a:prstGeom prst="roundRect">
              <a:avLst>
                <a:gd name="adj" fmla="val 10417"/>
              </a:avLst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5" name="Picture 4" descr="Diagram&#10;&#10;Description automatically generated">
              <a:extLst>
                <a:ext uri="{FF2B5EF4-FFF2-40B4-BE49-F238E27FC236}">
                  <a16:creationId xmlns:a16="http://schemas.microsoft.com/office/drawing/2014/main" id="{F3426905-3390-8D88-8F3B-D5D74AF6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3320" y="349807"/>
              <a:ext cx="3818777" cy="2930343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AB6FFC-1B49-8B8D-F7E8-21FD3B2C622F}"/>
              </a:ext>
            </a:extLst>
          </p:cNvPr>
          <p:cNvGrpSpPr/>
          <p:nvPr/>
        </p:nvGrpSpPr>
        <p:grpSpPr>
          <a:xfrm>
            <a:off x="4718092" y="3565152"/>
            <a:ext cx="6902538" cy="2721348"/>
            <a:chOff x="4961609" y="3648364"/>
            <a:chExt cx="6814755" cy="276167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55813EC-8892-95F1-7F5E-A360E2AB54F3}"/>
                </a:ext>
              </a:extLst>
            </p:cNvPr>
            <p:cNvSpPr/>
            <p:nvPr/>
          </p:nvSpPr>
          <p:spPr>
            <a:xfrm>
              <a:off x="4961609" y="3648364"/>
              <a:ext cx="6814755" cy="2761672"/>
            </a:xfrm>
            <a:prstGeom prst="round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10" name="Picture 9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4B5EEC7F-7651-87C3-610F-37FF7406A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2736" y="3681922"/>
              <a:ext cx="6489371" cy="2528378"/>
            </a:xfrm>
            <a:prstGeom prst="rect">
              <a:avLst/>
            </a:prstGeom>
          </p:spPr>
        </p:pic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D722D3-757E-FAD2-7F13-72E710C62A8E}"/>
              </a:ext>
            </a:extLst>
          </p:cNvPr>
          <p:cNvSpPr/>
          <p:nvPr/>
        </p:nvSpPr>
        <p:spPr>
          <a:xfrm>
            <a:off x="4861560" y="3878580"/>
            <a:ext cx="838199" cy="1737359"/>
          </a:xfrm>
          <a:prstGeom prst="roundRect">
            <a:avLst>
              <a:gd name="adj" fmla="val 9002"/>
            </a:avLst>
          </a:prstGeom>
          <a:noFill/>
          <a:ln w="5715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EF6963-0DF6-231D-E734-BDF28484D702}"/>
              </a:ext>
            </a:extLst>
          </p:cNvPr>
          <p:cNvSpPr/>
          <p:nvPr/>
        </p:nvSpPr>
        <p:spPr>
          <a:xfrm>
            <a:off x="8758114" y="3886201"/>
            <a:ext cx="812606" cy="1253558"/>
          </a:xfrm>
          <a:prstGeom prst="roundRect">
            <a:avLst>
              <a:gd name="adj" fmla="val 9002"/>
            </a:avLst>
          </a:prstGeom>
          <a:noFill/>
          <a:ln w="5715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8D3A90-8E30-D997-DAF5-0571ED44490F}"/>
              </a:ext>
            </a:extLst>
          </p:cNvPr>
          <p:cNvSpPr/>
          <p:nvPr/>
        </p:nvSpPr>
        <p:spPr>
          <a:xfrm>
            <a:off x="4912645" y="2469565"/>
            <a:ext cx="1022642" cy="654914"/>
          </a:xfrm>
          <a:prstGeom prst="roundRect">
            <a:avLst>
              <a:gd name="adj" fmla="val 10265"/>
            </a:avLst>
          </a:prstGeom>
          <a:noFill/>
          <a:ln w="762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DF5B12-E5AC-FB29-31B8-DC1E0C554F5B}"/>
              </a:ext>
            </a:extLst>
          </p:cNvPr>
          <p:cNvSpPr/>
          <p:nvPr/>
        </p:nvSpPr>
        <p:spPr>
          <a:xfrm>
            <a:off x="10609081" y="795625"/>
            <a:ext cx="787731" cy="1085180"/>
          </a:xfrm>
          <a:prstGeom prst="roundRect">
            <a:avLst>
              <a:gd name="adj" fmla="val 15190"/>
            </a:avLst>
          </a:prstGeom>
          <a:noFill/>
          <a:ln w="762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FB870F-9A17-7569-C27E-8232A9FB830C}"/>
              </a:ext>
            </a:extLst>
          </p:cNvPr>
          <p:cNvSpPr/>
          <p:nvPr/>
        </p:nvSpPr>
        <p:spPr>
          <a:xfrm>
            <a:off x="4735419" y="3626288"/>
            <a:ext cx="2905784" cy="2573160"/>
          </a:xfrm>
          <a:prstGeom prst="roundRect">
            <a:avLst>
              <a:gd name="adj" fmla="val 10265"/>
            </a:avLst>
          </a:prstGeom>
          <a:noFill/>
          <a:ln w="762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1D11FD-0BAC-724B-276E-10EF1D255013}"/>
              </a:ext>
            </a:extLst>
          </p:cNvPr>
          <p:cNvSpPr/>
          <p:nvPr/>
        </p:nvSpPr>
        <p:spPr>
          <a:xfrm>
            <a:off x="8630645" y="3577334"/>
            <a:ext cx="2905784" cy="2622113"/>
          </a:xfrm>
          <a:prstGeom prst="roundRect">
            <a:avLst>
              <a:gd name="adj" fmla="val 10265"/>
            </a:avLst>
          </a:prstGeom>
          <a:noFill/>
          <a:ln w="762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618B5D-AA24-F24F-C077-811965FA9D7F}"/>
              </a:ext>
            </a:extLst>
          </p:cNvPr>
          <p:cNvSpPr/>
          <p:nvPr/>
        </p:nvSpPr>
        <p:spPr>
          <a:xfrm>
            <a:off x="4674985" y="137932"/>
            <a:ext cx="3615575" cy="3268208"/>
          </a:xfrm>
          <a:prstGeom prst="roundRect">
            <a:avLst>
              <a:gd name="adj" fmla="val 6819"/>
            </a:avLst>
          </a:prstGeom>
          <a:noFill/>
          <a:ln w="762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BC9FEC-40F2-FE77-EA72-CCDE80A1A7E1}"/>
              </a:ext>
            </a:extLst>
          </p:cNvPr>
          <p:cNvSpPr/>
          <p:nvPr/>
        </p:nvSpPr>
        <p:spPr>
          <a:xfrm>
            <a:off x="8423062" y="688731"/>
            <a:ext cx="3189143" cy="2257136"/>
          </a:xfrm>
          <a:prstGeom prst="roundRect">
            <a:avLst>
              <a:gd name="adj" fmla="val 6819"/>
            </a:avLst>
          </a:prstGeom>
          <a:noFill/>
          <a:ln w="762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7F2D4C-7503-2BED-3711-F26CD95C6BC9}"/>
              </a:ext>
            </a:extLst>
          </p:cNvPr>
          <p:cNvSpPr/>
          <p:nvPr/>
        </p:nvSpPr>
        <p:spPr>
          <a:xfrm>
            <a:off x="8684029" y="3626287"/>
            <a:ext cx="2789703" cy="2512120"/>
          </a:xfrm>
          <a:prstGeom prst="roundRect">
            <a:avLst>
              <a:gd name="adj" fmla="val 7896"/>
            </a:avLst>
          </a:prstGeom>
          <a:noFill/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5809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SRF </a:t>
            </a:r>
            <a:r>
              <a:rPr lang="en-US" dirty="0" err="1"/>
              <a:t>OnePager</a:t>
            </a:r>
            <a:r>
              <a:rPr lang="en-US" dirty="0"/>
              <a:t> – Ceph </a:t>
            </a:r>
            <a:r>
              <a:rPr lang="en-US" b="1" dirty="0">
                <a:solidFill>
                  <a:schemeClr val="accent4"/>
                </a:solidFill>
              </a:rPr>
              <a:t>Async Messenger </a:t>
            </a:r>
            <a:r>
              <a:rPr lang="en-US" dirty="0"/>
              <a:t>(REF)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DD20D0-F0F3-B540-6588-597993E97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47218"/>
            <a:ext cx="6250071" cy="27213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AD4606-C554-435D-F234-C29FA9227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0067" y="1147217"/>
            <a:ext cx="5941928" cy="2721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A95E22-D55C-3D04-867E-1C101D1469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868617"/>
            <a:ext cx="6250068" cy="26326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2D70A2-DF3B-4278-D7BB-4E66B50FB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0068" y="3868616"/>
            <a:ext cx="5941929" cy="263266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DFD5B5-D2E3-0C1E-9EA6-F6D56283C5C5}"/>
              </a:ext>
            </a:extLst>
          </p:cNvPr>
          <p:cNvSpPr/>
          <p:nvPr/>
        </p:nvSpPr>
        <p:spPr>
          <a:xfrm>
            <a:off x="3078888" y="2420359"/>
            <a:ext cx="1310232" cy="522129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IOPS plateau at only 16 CPUs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61297122-5513-FD89-A71D-A095A27B1E22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3304821" y="1991176"/>
            <a:ext cx="530330" cy="328036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6A499B-C635-327C-E3EF-9C8E387A6FC4}"/>
              </a:ext>
            </a:extLst>
          </p:cNvPr>
          <p:cNvSpPr/>
          <p:nvPr/>
        </p:nvSpPr>
        <p:spPr>
          <a:xfrm>
            <a:off x="8656115" y="2681424"/>
            <a:ext cx="1434923" cy="317818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Cycles were tilted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FA14C84-36D9-9171-29F7-651F4E972BA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091038" y="2840333"/>
            <a:ext cx="1377444" cy="343806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CD9954E-5B17-EEF8-4344-E621DDF3FD0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0091038" y="2000202"/>
            <a:ext cx="920555" cy="840131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54F826-D30D-3FA3-B3E3-120D17A1CE58}"/>
              </a:ext>
            </a:extLst>
          </p:cNvPr>
          <p:cNvSpPr/>
          <p:nvPr/>
        </p:nvSpPr>
        <p:spPr>
          <a:xfrm>
            <a:off x="4851874" y="4759437"/>
            <a:ext cx="932129" cy="522129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IPC kept dropping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E476BA41-9E83-A518-1ABB-F4E3F887A728}"/>
              </a:ext>
            </a:extLst>
          </p:cNvPr>
          <p:cNvCxnSpPr>
            <a:cxnSpLocks/>
            <a:stCxn id="22" idx="2"/>
          </p:cNvCxnSpPr>
          <p:nvPr/>
        </p:nvCxnSpPr>
        <p:spPr>
          <a:xfrm rot="16200000" flipH="1">
            <a:off x="5183374" y="5416130"/>
            <a:ext cx="692514" cy="423385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9476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SRF </a:t>
            </a:r>
            <a:r>
              <a:rPr lang="en-US" dirty="0" err="1"/>
              <a:t>OnePager</a:t>
            </a:r>
            <a:r>
              <a:rPr lang="en-US" dirty="0"/>
              <a:t> – Ceph </a:t>
            </a:r>
            <a:r>
              <a:rPr lang="en-US" b="1" dirty="0">
                <a:solidFill>
                  <a:schemeClr val="accent2"/>
                </a:solidFill>
              </a:rPr>
              <a:t>Crimson Messenger </a:t>
            </a:r>
            <a:r>
              <a:rPr lang="en-US" dirty="0"/>
              <a:t>(OPT)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DD20D0-F0F3-B540-6588-597993E97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47218"/>
            <a:ext cx="6250071" cy="27213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AD4606-C554-435D-F234-C29FA9227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0069" y="1147217"/>
            <a:ext cx="5941931" cy="2721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A95E22-D55C-3D04-867E-1C101D1469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868617"/>
            <a:ext cx="6250068" cy="26326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2D70A2-DF3B-4278-D7BB-4E66B50FB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0070" y="3868616"/>
            <a:ext cx="5941930" cy="2632668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C76F1F-160F-FC74-1B2E-86F6E89A3E67}"/>
              </a:ext>
            </a:extLst>
          </p:cNvPr>
          <p:cNvSpPr/>
          <p:nvPr/>
        </p:nvSpPr>
        <p:spPr>
          <a:xfrm>
            <a:off x="4727171" y="2402858"/>
            <a:ext cx="1368829" cy="317818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IOPS ~17x better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BA5FD427-C543-6F7A-E57B-13EB5C35692D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5315439" y="1896615"/>
            <a:ext cx="602390" cy="410096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958A635-AD65-501C-A5AF-34F9A7BAF709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5307332" y="2824930"/>
            <a:ext cx="458882" cy="250374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138344-3608-0DD3-A4CB-276D2E11C6FC}"/>
              </a:ext>
            </a:extLst>
          </p:cNvPr>
          <p:cNvSpPr/>
          <p:nvPr/>
        </p:nvSpPr>
        <p:spPr>
          <a:xfrm>
            <a:off x="8512233" y="2632300"/>
            <a:ext cx="1524001" cy="317818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Cycles almost linear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17A50622-5F5E-7837-5FCD-C5FADD81AFA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0036234" y="2632299"/>
            <a:ext cx="936566" cy="158910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8D5AED-7D29-3729-B23D-DC6D7E4B5987}"/>
              </a:ext>
            </a:extLst>
          </p:cNvPr>
          <p:cNvSpPr/>
          <p:nvPr/>
        </p:nvSpPr>
        <p:spPr>
          <a:xfrm>
            <a:off x="4444536" y="5136198"/>
            <a:ext cx="1535086" cy="317818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IPC wasn’t dropping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4BE9C9-0A96-73E3-FFC2-A087E3AD7BEE}"/>
              </a:ext>
            </a:extLst>
          </p:cNvPr>
          <p:cNvSpPr/>
          <p:nvPr/>
        </p:nvSpPr>
        <p:spPr>
          <a:xfrm>
            <a:off x="7272169" y="6547871"/>
            <a:ext cx="3630381" cy="249714"/>
          </a:xfrm>
          <a:prstGeom prst="roundRect">
            <a:avLst/>
          </a:prstGeom>
          <a:noFill/>
          <a:ln w="31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*The absolute numbers might change due to the improved hardware recipe.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D506C1C-2BBA-55F8-24F1-066C2849026F}"/>
              </a:ext>
            </a:extLst>
          </p:cNvPr>
          <p:cNvSpPr/>
          <p:nvPr/>
        </p:nvSpPr>
        <p:spPr>
          <a:xfrm>
            <a:off x="917954" y="3264967"/>
            <a:ext cx="423166" cy="158909"/>
          </a:xfrm>
          <a:prstGeom prst="round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8307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choices </a:t>
            </a:r>
            <a:r>
              <a:rPr lang="en-US" b="1" dirty="0">
                <a:solidFill>
                  <a:schemeClr val="accent4"/>
                </a:solidFill>
              </a:rPr>
              <a:t>Async</a:t>
            </a:r>
            <a:r>
              <a:rPr lang="en-US" dirty="0"/>
              <a:t> vs </a:t>
            </a:r>
            <a:r>
              <a:rPr lang="en-US" b="1" dirty="0">
                <a:solidFill>
                  <a:schemeClr val="accent2"/>
                </a:solidFill>
              </a:rPr>
              <a:t>Crimson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99D23F1-4DF1-46EE-2050-F26279D643E3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479952790"/>
              </p:ext>
            </p:extLst>
          </p:nvPr>
        </p:nvGraphicFramePr>
        <p:xfrm>
          <a:off x="571286" y="1223907"/>
          <a:ext cx="1101089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9454">
                  <a:extLst>
                    <a:ext uri="{9D8B030D-6E8A-4147-A177-3AD203B41FA5}">
                      <a16:colId xmlns:a16="http://schemas.microsoft.com/office/drawing/2014/main" val="3367466195"/>
                    </a:ext>
                  </a:extLst>
                </a:gridCol>
                <a:gridCol w="4009292">
                  <a:extLst>
                    <a:ext uri="{9D8B030D-6E8A-4147-A177-3AD203B41FA5}">
                      <a16:colId xmlns:a16="http://schemas.microsoft.com/office/drawing/2014/main" val="414982044"/>
                    </a:ext>
                  </a:extLst>
                </a:gridCol>
                <a:gridCol w="4142151">
                  <a:extLst>
                    <a:ext uri="{9D8B030D-6E8A-4147-A177-3AD203B41FA5}">
                      <a16:colId xmlns:a16="http://schemas.microsoft.com/office/drawing/2014/main" val="661551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Async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Crimson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39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Threading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Threads running in arbitrary 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One-thread-per-core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626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Resource managements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Shared among threads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Shared-nothing (sharded by core)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68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Task affinity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Thread pool with task queues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Run-to-completion (in the same core)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20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Property 1: task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Preemptive, kernel-space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Cooperative, user-space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55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Property 2: locks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74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Property 3: thread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Infrequent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249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Property 4: memory allocator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Standard (</a:t>
                      </a:r>
                      <a:r>
                        <a:rPr lang="en-US" sz="1400" dirty="0" err="1"/>
                        <a:t>glibc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jemalloc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tcmalloc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Specialized: NUMA-aware, lockless, </a:t>
                      </a:r>
                      <a:r>
                        <a:rPr lang="en-US" sz="1400" dirty="0" err="1"/>
                        <a:t>hugepage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72515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8AFCC-0B48-FA82-37F2-E33212CAFFCF}"/>
              </a:ext>
            </a:extLst>
          </p:cNvPr>
          <p:cNvSpPr txBox="1">
            <a:spLocks/>
          </p:cNvSpPr>
          <p:nvPr/>
        </p:nvSpPr>
        <p:spPr>
          <a:xfrm>
            <a:off x="6420294" y="4696474"/>
            <a:ext cx="5537852" cy="1363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228600" marR="0" indent="-2286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431800" marR="0" indent="-2032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chemeClr val="tx1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2pPr>
            <a:lvl3pPr marL="686594" marR="0" indent="-197644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3pPr>
            <a:lvl4pPr marL="919957" marR="0" indent="-2286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4pPr>
            <a:lvl5pPr marL="1148557" marR="0" indent="-2286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5pPr>
            <a:lvl6pPr marL="0" marR="0" indent="5715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6858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8001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9144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marL="0" indent="0">
              <a:buNone/>
            </a:pPr>
            <a:r>
              <a:rPr lang="en-US" altLang="zh-CN" sz="1600" dirty="0"/>
              <a:t>Implementations</a:t>
            </a:r>
            <a:endParaRPr lang="en-US" altLang="zh-CN" sz="1600" u="sng" dirty="0"/>
          </a:p>
          <a:p>
            <a:r>
              <a:rPr lang="en-US" altLang="zh-CN" sz="1200" b="1" dirty="0">
                <a:solidFill>
                  <a:schemeClr val="accent4"/>
                </a:solidFill>
              </a:rPr>
              <a:t>Async messenger</a:t>
            </a:r>
            <a:r>
              <a:rPr lang="en-US" altLang="zh-CN" sz="1200" dirty="0"/>
              <a:t>: </a:t>
            </a:r>
            <a:r>
              <a:rPr lang="en-US" sz="1200" u="sng" dirty="0"/>
              <a:t>https://github.com/ceph/ceph/tree/main/src/msg/async</a:t>
            </a:r>
            <a:endParaRPr lang="en-US" altLang="zh-CN" sz="1200" dirty="0"/>
          </a:p>
          <a:p>
            <a:r>
              <a:rPr lang="en-US" altLang="zh-CN" sz="1200" b="1" dirty="0">
                <a:solidFill>
                  <a:schemeClr val="accent2"/>
                </a:solidFill>
              </a:rPr>
              <a:t>Crimson messenger</a:t>
            </a:r>
            <a:r>
              <a:rPr lang="en-US" altLang="zh-CN" sz="1200" dirty="0"/>
              <a:t>: </a:t>
            </a:r>
            <a:r>
              <a:rPr lang="en-US" sz="1200" u="sng" dirty="0"/>
              <a:t>https://github.com/ceph/ceph/tree/main/src/crimson</a:t>
            </a:r>
            <a:br>
              <a:rPr lang="en-US" sz="1200" dirty="0"/>
            </a:br>
            <a:r>
              <a:rPr lang="en-US" sz="1200" dirty="0"/>
              <a:t>(mostly upstream by Intel)</a:t>
            </a:r>
            <a:endParaRPr lang="en-US" sz="12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D044E-2A36-AD6A-1FF8-89D8A28D3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53688"/>
            <a:ext cx="6292522" cy="210466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07541A-1FC7-9DB2-9759-6BF17A8F5FF1}"/>
              </a:ext>
            </a:extLst>
          </p:cNvPr>
          <p:cNvSpPr/>
          <p:nvPr/>
        </p:nvSpPr>
        <p:spPr>
          <a:xfrm>
            <a:off x="0" y="4249598"/>
            <a:ext cx="1872922" cy="160655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F8642F-4D21-3B48-251B-EE683575E46B}"/>
              </a:ext>
            </a:extLst>
          </p:cNvPr>
          <p:cNvSpPr/>
          <p:nvPr/>
        </p:nvSpPr>
        <p:spPr>
          <a:xfrm>
            <a:off x="633443" y="5695654"/>
            <a:ext cx="1523258" cy="160655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BDFC2-C4CF-06A6-04DC-0C729BD9749C}"/>
              </a:ext>
            </a:extLst>
          </p:cNvPr>
          <p:cNvSpPr/>
          <p:nvPr/>
        </p:nvSpPr>
        <p:spPr>
          <a:xfrm>
            <a:off x="2708494" y="6164317"/>
            <a:ext cx="3584028" cy="178272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8129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C6CB-F12B-0372-F2FD-C6087EE7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However, the devil is still in the details – Initial results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9C3AA-B128-3915-9F64-CA76C6E6F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8552" y="1523998"/>
            <a:ext cx="8793345" cy="453535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3615F7-A00F-AE2B-3EF0-DC405E047B41}"/>
              </a:ext>
            </a:extLst>
          </p:cNvPr>
          <p:cNvSpPr/>
          <p:nvPr/>
        </p:nvSpPr>
        <p:spPr>
          <a:xfrm>
            <a:off x="7449467" y="3065780"/>
            <a:ext cx="1650465" cy="726440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Crimson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</a:t>
            </a:r>
            <a:r>
              <a:rPr kumimoji="0" lang="en-US" sz="18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53% slower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D92BC5F5-261F-B75A-C58D-1DB7742A6C28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6096003" y="2677104"/>
            <a:ext cx="1353464" cy="751897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181889E8-1E3C-CE5F-1CA8-BF7B984B2193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6096005" y="3429000"/>
            <a:ext cx="1353463" cy="459950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068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C6CB-F12B-0372-F2FD-C6087EE7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900" dirty="0"/>
              <a:t>Hotspot analysis (1 vs 64 cores, </a:t>
            </a:r>
            <a:r>
              <a:rPr lang="en-US" sz="3900" dirty="0">
                <a:solidFill>
                  <a:schemeClr val="accent4"/>
                </a:solidFill>
              </a:rPr>
              <a:t>Async</a:t>
            </a:r>
            <a:r>
              <a:rPr lang="en-US" sz="3900" dirty="0"/>
              <a:t> vs </a:t>
            </a:r>
            <a:r>
              <a:rPr lang="en-US" sz="3900" dirty="0">
                <a:solidFill>
                  <a:schemeClr val="accent2"/>
                </a:solidFill>
              </a:rPr>
              <a:t>Crimson</a:t>
            </a:r>
            <a:r>
              <a:rPr lang="en-US" sz="3900" dirty="0"/>
              <a:t>)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5C01D56-EC4D-E45B-0C59-4C5638FA36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" r="33059" b="86322"/>
          <a:stretch/>
        </p:blipFill>
        <p:spPr>
          <a:xfrm>
            <a:off x="6253273" y="1693383"/>
            <a:ext cx="4425611" cy="952498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254C1FA7-DDB2-18E3-6B5F-2495E4212A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" t="389" r="61808" b="86061"/>
          <a:stretch/>
        </p:blipFill>
        <p:spPr>
          <a:xfrm>
            <a:off x="6253273" y="3095748"/>
            <a:ext cx="4358418" cy="929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BA9284-8EE5-2651-63CE-ACCBB09C1D8B}"/>
              </a:ext>
            </a:extLst>
          </p:cNvPr>
          <p:cNvSpPr txBox="1"/>
          <p:nvPr/>
        </p:nvSpPr>
        <p:spPr>
          <a:xfrm>
            <a:off x="609814" y="1324051"/>
            <a:ext cx="184024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4"/>
                </a:solidFill>
              </a:rPr>
              <a:t>Async: 1 core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4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F8E92-4882-B6A6-7EA3-297421E54C11}"/>
              </a:ext>
            </a:extLst>
          </p:cNvPr>
          <p:cNvSpPr txBox="1"/>
          <p:nvPr/>
        </p:nvSpPr>
        <p:spPr>
          <a:xfrm>
            <a:off x="571370" y="2726416"/>
            <a:ext cx="216886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Crimson: 1 core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920A2F-5CA4-A1F2-D616-BA802A3102E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32588" y="4423360"/>
            <a:ext cx="11010900" cy="1813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From 1 to 64 cores, hotspot moved from </a:t>
            </a:r>
            <a:r>
              <a:rPr lang="en-US" sz="1800" b="1" dirty="0" err="1"/>
              <a:t>copy_user_enhanced_fast_string</a:t>
            </a:r>
            <a:r>
              <a:rPr lang="en-US" sz="1800" b="1" dirty="0"/>
              <a:t> </a:t>
            </a:r>
            <a:r>
              <a:rPr lang="en-US" sz="1800" dirty="0"/>
              <a:t>to:</a:t>
            </a:r>
          </a:p>
          <a:p>
            <a:r>
              <a:rPr lang="en-US" sz="1600" b="1" dirty="0">
                <a:solidFill>
                  <a:schemeClr val="accent4"/>
                </a:solidFill>
              </a:rPr>
              <a:t>Async Messenger: </a:t>
            </a:r>
            <a:r>
              <a:rPr lang="en-US" sz="1600" b="1" dirty="0" err="1"/>
              <a:t>queued_spin_lock_slowpath</a:t>
            </a:r>
            <a:r>
              <a:rPr lang="en-US" sz="1600" b="1" dirty="0"/>
              <a:t>()</a:t>
            </a:r>
            <a:r>
              <a:rPr lang="en-US" sz="1600" dirty="0"/>
              <a:t>, lock!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Crimson Messenger: </a:t>
            </a:r>
            <a:r>
              <a:rPr lang="en-US" sz="1600" b="1" dirty="0" err="1"/>
              <a:t>mempool</a:t>
            </a:r>
            <a:r>
              <a:rPr lang="en-US" sz="1600" b="1" dirty="0"/>
              <a:t>::</a:t>
            </a:r>
            <a:r>
              <a:rPr lang="en-US" sz="1600" b="1" dirty="0" err="1"/>
              <a:t>pool_t</a:t>
            </a:r>
            <a:r>
              <a:rPr lang="en-US" sz="1600" b="1" dirty="0"/>
              <a:t>::</a:t>
            </a:r>
            <a:r>
              <a:rPr lang="en-US" sz="1600" b="1" dirty="0" err="1"/>
              <a:t>adjust_count</a:t>
            </a:r>
            <a:r>
              <a:rPr lang="en-US" sz="1600" b="1" dirty="0"/>
              <a:t>()</a:t>
            </a:r>
            <a:r>
              <a:rPr lang="en-US" sz="1600" dirty="0"/>
              <a:t>, however, no lock was observed </a:t>
            </a:r>
          </a:p>
          <a:p>
            <a:r>
              <a:rPr lang="en-US" sz="1600" b="1" dirty="0" err="1"/>
              <a:t>mempool</a:t>
            </a:r>
            <a:r>
              <a:rPr lang="en-US" sz="1600" b="1" dirty="0"/>
              <a:t>::</a:t>
            </a:r>
            <a:r>
              <a:rPr lang="en-US" sz="1600" b="1" dirty="0" err="1"/>
              <a:t>pool_t</a:t>
            </a:r>
            <a:r>
              <a:rPr lang="en-US" sz="1600" b="1" dirty="0"/>
              <a:t>::</a:t>
            </a:r>
            <a:r>
              <a:rPr lang="en-US" sz="1600" b="1" dirty="0" err="1"/>
              <a:t>adjust_count</a:t>
            </a:r>
            <a:r>
              <a:rPr lang="en-US" sz="1600" b="1" dirty="0"/>
              <a:t>() </a:t>
            </a:r>
            <a:r>
              <a:rPr lang="en-US" sz="1600" dirty="0"/>
              <a:t>was also present in </a:t>
            </a:r>
            <a:r>
              <a:rPr lang="en-US" sz="1600" b="1" dirty="0">
                <a:solidFill>
                  <a:schemeClr val="accent4"/>
                </a:solidFill>
              </a:rPr>
              <a:t>Async</a:t>
            </a:r>
            <a:r>
              <a:rPr lang="en-US" sz="1600" dirty="0"/>
              <a:t>, implying it is the </a:t>
            </a:r>
            <a:r>
              <a:rPr lang="en-US" altLang="zh-CN" sz="1600" dirty="0"/>
              <a:t>code from </a:t>
            </a:r>
            <a:r>
              <a:rPr lang="en-US" sz="1600" dirty="0"/>
              <a:t>shared infrastructure, and only intensified in </a:t>
            </a:r>
            <a:r>
              <a:rPr lang="en-US" sz="1600" b="1" dirty="0">
                <a:solidFill>
                  <a:schemeClr val="accent2"/>
                </a:solidFill>
              </a:rPr>
              <a:t>Crimson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07100B3A-0CF2-A3C8-70A2-0652C6D885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" t="394" r="33385" b="86197"/>
          <a:stretch/>
        </p:blipFill>
        <p:spPr>
          <a:xfrm>
            <a:off x="588200" y="1693383"/>
            <a:ext cx="4482038" cy="952498"/>
          </a:xfrm>
          <a:prstGeom prst="rect">
            <a:avLst/>
          </a:prstGeom>
        </p:spPr>
      </p:pic>
      <p:pic>
        <p:nvPicPr>
          <p:cNvPr id="14" name="Picture 13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2BDE4F91-12D0-F0B9-D106-9F27750FFB1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" t="266" r="61148" b="86111"/>
          <a:stretch/>
        </p:blipFill>
        <p:spPr>
          <a:xfrm>
            <a:off x="588200" y="3095748"/>
            <a:ext cx="4511040" cy="93421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C0B82F-55CE-1182-73DC-1BD4397B20BD}"/>
              </a:ext>
            </a:extLst>
          </p:cNvPr>
          <p:cNvSpPr/>
          <p:nvPr/>
        </p:nvSpPr>
        <p:spPr>
          <a:xfrm>
            <a:off x="609813" y="2169632"/>
            <a:ext cx="3696179" cy="136913"/>
          </a:xfrm>
          <a:prstGeom prst="roundRect">
            <a:avLst/>
          </a:prstGeom>
          <a:noFill/>
          <a:ln w="38100" cap="flat">
            <a:solidFill>
              <a:schemeClr val="accent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512402-9E80-730E-B42A-A72D6946DA1D}"/>
              </a:ext>
            </a:extLst>
          </p:cNvPr>
          <p:cNvSpPr/>
          <p:nvPr/>
        </p:nvSpPr>
        <p:spPr>
          <a:xfrm>
            <a:off x="6253273" y="1919838"/>
            <a:ext cx="3696179" cy="136913"/>
          </a:xfrm>
          <a:prstGeom prst="roundRect">
            <a:avLst/>
          </a:prstGeom>
          <a:noFill/>
          <a:ln w="38100" cap="flat">
            <a:solidFill>
              <a:schemeClr val="accent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B09858-6FBE-CE59-3C04-AC22A5825E4F}"/>
              </a:ext>
            </a:extLst>
          </p:cNvPr>
          <p:cNvSpPr/>
          <p:nvPr/>
        </p:nvSpPr>
        <p:spPr>
          <a:xfrm>
            <a:off x="609813" y="3440505"/>
            <a:ext cx="3762682" cy="136913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D4ECC0-B440-430F-9FE1-419050A12DA2}"/>
              </a:ext>
            </a:extLst>
          </p:cNvPr>
          <p:cNvSpPr/>
          <p:nvPr/>
        </p:nvSpPr>
        <p:spPr>
          <a:xfrm>
            <a:off x="6253273" y="3299734"/>
            <a:ext cx="3738625" cy="136913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1E620C-730D-93AB-4CD2-BAF80B29AE04}"/>
              </a:ext>
            </a:extLst>
          </p:cNvPr>
          <p:cNvSpPr txBox="1"/>
          <p:nvPr/>
        </p:nvSpPr>
        <p:spPr>
          <a:xfrm>
            <a:off x="6253273" y="1328482"/>
            <a:ext cx="119263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4"/>
                </a:solidFill>
              </a:rPr>
              <a:t>64 cores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4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A8C5F8-73B3-9DC0-6F22-1C8B088DA416}"/>
              </a:ext>
            </a:extLst>
          </p:cNvPr>
          <p:cNvSpPr txBox="1"/>
          <p:nvPr/>
        </p:nvSpPr>
        <p:spPr>
          <a:xfrm>
            <a:off x="6218808" y="2731675"/>
            <a:ext cx="119263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64 cores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69D65E-589F-A212-364F-389ADA65DABB}"/>
              </a:ext>
            </a:extLst>
          </p:cNvPr>
          <p:cNvCxnSpPr>
            <a:cxnSpLocks/>
          </p:cNvCxnSpPr>
          <p:nvPr/>
        </p:nvCxnSpPr>
        <p:spPr>
          <a:xfrm flipV="1">
            <a:off x="4372495" y="2011680"/>
            <a:ext cx="1806632" cy="227215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C8F0FC-F41B-815D-F2F2-277F886CAF25}"/>
              </a:ext>
            </a:extLst>
          </p:cNvPr>
          <p:cNvCxnSpPr>
            <a:cxnSpLocks/>
          </p:cNvCxnSpPr>
          <p:nvPr/>
        </p:nvCxnSpPr>
        <p:spPr>
          <a:xfrm flipV="1">
            <a:off x="4429409" y="3384362"/>
            <a:ext cx="1749718" cy="134396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C8BBD4-F158-F0C4-078D-D12A314D6DC1}"/>
              </a:ext>
            </a:extLst>
          </p:cNvPr>
          <p:cNvCxnSpPr>
            <a:cxnSpLocks/>
          </p:cNvCxnSpPr>
          <p:nvPr/>
        </p:nvCxnSpPr>
        <p:spPr>
          <a:xfrm>
            <a:off x="8460536" y="2726416"/>
            <a:ext cx="0" cy="521089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ysDot"/>
            <a:miter lim="4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65EE907-4C45-635D-1E30-C66309D5B816}"/>
              </a:ext>
            </a:extLst>
          </p:cNvPr>
          <p:cNvSpPr/>
          <p:nvPr/>
        </p:nvSpPr>
        <p:spPr>
          <a:xfrm>
            <a:off x="6383505" y="2506534"/>
            <a:ext cx="3738625" cy="136913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1674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Initial Optimization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08016"/>
            <a:ext cx="11010900" cy="4940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https://github.com/ceph/ceph/pull/52404</a:t>
            </a:r>
            <a:r>
              <a:rPr lang="en-US" dirty="0"/>
              <a:t>:</a:t>
            </a:r>
          </a:p>
        </p:txBody>
      </p:sp>
      <p:pic>
        <p:nvPicPr>
          <p:cNvPr id="11" name="Picture 10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CB01E94F-2DB7-6B92-41B9-9EF15595E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2" y="4037885"/>
            <a:ext cx="5670829" cy="1582144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7CC7C07B-FFEC-0A72-E7A6-FD35A1DF16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36" y="1918388"/>
            <a:ext cx="4995839" cy="139727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B36A86-7BFD-C9FE-8E99-15B2EF805A25}"/>
              </a:ext>
            </a:extLst>
          </p:cNvPr>
          <p:cNvSpPr/>
          <p:nvPr/>
        </p:nvSpPr>
        <p:spPr>
          <a:xfrm>
            <a:off x="548336" y="3118407"/>
            <a:ext cx="4711036" cy="219076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DD929A5-7379-56DD-6DBB-151FF2B7B3F3}"/>
              </a:ext>
            </a:extLst>
          </p:cNvPr>
          <p:cNvCxnSpPr>
            <a:cxnSpLocks/>
          </p:cNvCxnSpPr>
          <p:nvPr/>
        </p:nvCxnSpPr>
        <p:spPr>
          <a:xfrm rot="5400000">
            <a:off x="-257391" y="4217306"/>
            <a:ext cx="1863165" cy="128920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7925F37-C182-B949-A035-1717E96EADD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4011" y="3874823"/>
            <a:ext cx="1165500" cy="116219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3" name="Picture 22" descr="A graph with a line&#10;&#10;Description automatically generated">
            <a:extLst>
              <a:ext uri="{FF2B5EF4-FFF2-40B4-BE49-F238E27FC236}">
                <a16:creationId xmlns:a16="http://schemas.microsoft.com/office/drawing/2014/main" id="{49150E1D-4B08-9ACC-94F4-459575C843E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37"/>
          <a:stretch/>
        </p:blipFill>
        <p:spPr>
          <a:xfrm>
            <a:off x="5962430" y="3482347"/>
            <a:ext cx="5736059" cy="282082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CE86A68-0FE9-01A4-E9C7-D6846F216BF2}"/>
              </a:ext>
            </a:extLst>
          </p:cNvPr>
          <p:cNvGrpSpPr/>
          <p:nvPr/>
        </p:nvGrpSpPr>
        <p:grpSpPr>
          <a:xfrm>
            <a:off x="6242201" y="2218457"/>
            <a:ext cx="3905795" cy="1028844"/>
            <a:chOff x="996042" y="2857356"/>
            <a:chExt cx="3905795" cy="1028844"/>
          </a:xfrm>
        </p:grpSpPr>
        <p:pic>
          <p:nvPicPr>
            <p:cNvPr id="25" name="Picture 24" descr="A computer code with numbers and symbols&#10;&#10;Description automatically generated">
              <a:extLst>
                <a:ext uri="{FF2B5EF4-FFF2-40B4-BE49-F238E27FC236}">
                  <a16:creationId xmlns:a16="http://schemas.microsoft.com/office/drawing/2014/main" id="{56C7FFE1-0078-EED0-1C50-15331416E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042" y="2857356"/>
              <a:ext cx="3905795" cy="1028844"/>
            </a:xfrm>
            <a:prstGeom prst="rect">
              <a:avLst/>
            </a:prstGeom>
          </p:spPr>
        </p:pic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8A5654E-366C-7327-FFA4-FE307EDCBE4A}"/>
                </a:ext>
              </a:extLst>
            </p:cNvPr>
            <p:cNvSpPr/>
            <p:nvPr/>
          </p:nvSpPr>
          <p:spPr>
            <a:xfrm>
              <a:off x="1143129" y="3059988"/>
              <a:ext cx="2339211" cy="391872"/>
            </a:xfrm>
            <a:prstGeom prst="roundRect">
              <a:avLst/>
            </a:prstGeom>
            <a:noFill/>
            <a:ln w="38100" cap="flat">
              <a:solidFill>
                <a:schemeClr val="accent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4E2F3E2-93B7-5335-ED52-CA480303408E}"/>
              </a:ext>
            </a:extLst>
          </p:cNvPr>
          <p:cNvSpPr/>
          <p:nvPr/>
        </p:nvSpPr>
        <p:spPr>
          <a:xfrm>
            <a:off x="548335" y="2640611"/>
            <a:ext cx="5018873" cy="219076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51486AB-3EE6-F8FF-8066-B61BE4AE0D3D}"/>
              </a:ext>
            </a:extLst>
          </p:cNvPr>
          <p:cNvCxnSpPr>
            <a:cxnSpLocks/>
            <a:stCxn id="37" idx="3"/>
            <a:endCxn id="26" idx="1"/>
          </p:cNvCxnSpPr>
          <p:nvPr/>
        </p:nvCxnSpPr>
        <p:spPr>
          <a:xfrm flipV="1">
            <a:off x="5567208" y="2617025"/>
            <a:ext cx="822080" cy="133124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E94E110-C1AE-30A2-C930-D0224DFEA886}"/>
              </a:ext>
            </a:extLst>
          </p:cNvPr>
          <p:cNvSpPr/>
          <p:nvPr/>
        </p:nvSpPr>
        <p:spPr>
          <a:xfrm>
            <a:off x="10213357" y="4753991"/>
            <a:ext cx="1368829" cy="317818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IOPS ~2.7x better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F595B858-C965-91B7-916E-FC0969771CBD}"/>
              </a:ext>
            </a:extLst>
          </p:cNvPr>
          <p:cNvCxnSpPr>
            <a:cxnSpLocks/>
            <a:stCxn id="43" idx="0"/>
          </p:cNvCxnSpPr>
          <p:nvPr/>
        </p:nvCxnSpPr>
        <p:spPr>
          <a:xfrm rot="5400000" flipH="1" flipV="1">
            <a:off x="10793710" y="4506419"/>
            <a:ext cx="351635" cy="143510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829F0186-AF70-314D-B7CB-7E7BB6A490F1}"/>
              </a:ext>
            </a:extLst>
          </p:cNvPr>
          <p:cNvCxnSpPr>
            <a:cxnSpLocks/>
            <a:stCxn id="43" idx="2"/>
          </p:cNvCxnSpPr>
          <p:nvPr/>
        </p:nvCxnSpPr>
        <p:spPr>
          <a:xfrm rot="16200000" flipH="1">
            <a:off x="10865748" y="5103832"/>
            <a:ext cx="207559" cy="143511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224FD64-EB24-DF00-989F-6EB597870EF9}"/>
              </a:ext>
            </a:extLst>
          </p:cNvPr>
          <p:cNvSpPr txBox="1"/>
          <p:nvPr/>
        </p:nvSpPr>
        <p:spPr>
          <a:xfrm>
            <a:off x="854871" y="3533501"/>
            <a:ext cx="420147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7C8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(Issue was in </a:t>
            </a:r>
            <a:r>
              <a:rPr kumimoji="0" lang="en-US" b="0" i="0" u="none" strike="noStrike" cap="none" spc="0" normalizeH="0" baseline="0" dirty="0" err="1">
                <a:ln>
                  <a:noFill/>
                </a:ln>
                <a:solidFill>
                  <a:srgbClr val="FF7C8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ceph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7C8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::buffer::raw)</a:t>
            </a:r>
          </a:p>
        </p:txBody>
      </p:sp>
    </p:spTree>
    <p:extLst>
      <p:ext uri="{BB962C8B-B14F-4D97-AF65-F5344CB8AC3E}">
        <p14:creationId xmlns:p14="http://schemas.microsoft.com/office/powerpoint/2010/main" val="90521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Hotspot analysis after the initial optimization</a:t>
            </a:r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C7B350D-0148-DA40-6840-4FC91ABB31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23" r="43334" b="85009"/>
          <a:stretch/>
        </p:blipFill>
        <p:spPr>
          <a:xfrm>
            <a:off x="571370" y="1796144"/>
            <a:ext cx="6947982" cy="119898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069045-1F15-15D1-244C-6AB0AE8C2EEB}"/>
              </a:ext>
            </a:extLst>
          </p:cNvPr>
          <p:cNvSpPr/>
          <p:nvPr/>
        </p:nvSpPr>
        <p:spPr>
          <a:xfrm>
            <a:off x="701150" y="2080954"/>
            <a:ext cx="6743590" cy="190500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E4AB50-335F-CECD-A2D9-4F11783AED50}"/>
              </a:ext>
            </a:extLst>
          </p:cNvPr>
          <p:cNvSpPr/>
          <p:nvPr/>
        </p:nvSpPr>
        <p:spPr>
          <a:xfrm>
            <a:off x="701150" y="2364392"/>
            <a:ext cx="6484510" cy="190872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8E29B-45DF-FA2E-D829-AD521417F5AE}"/>
              </a:ext>
            </a:extLst>
          </p:cNvPr>
          <p:cNvSpPr txBox="1"/>
          <p:nvPr/>
        </p:nvSpPr>
        <p:spPr>
          <a:xfrm>
            <a:off x="571370" y="1385802"/>
            <a:ext cx="418063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Crimson Messenger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(64 cores)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D79599-2151-3AB2-305E-BC590D549B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2" t="10753" b="-1"/>
          <a:stretch/>
        </p:blipFill>
        <p:spPr>
          <a:xfrm>
            <a:off x="7385259" y="4502958"/>
            <a:ext cx="3311096" cy="2355042"/>
          </a:xfrm>
          <a:prstGeom prst="rect">
            <a:avLst/>
          </a:prstGeom>
        </p:spPr>
      </p:pic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8FD482B-7F32-5496-2521-818CA5C27C38}"/>
              </a:ext>
            </a:extLst>
          </p:cNvPr>
          <p:cNvCxnSpPr>
            <a:cxnSpLocks/>
            <a:stCxn id="11" idx="1"/>
            <a:endCxn id="57" idx="1"/>
          </p:cNvCxnSpPr>
          <p:nvPr/>
        </p:nvCxnSpPr>
        <p:spPr>
          <a:xfrm rot="10800000" flipV="1">
            <a:off x="504248" y="2459828"/>
            <a:ext cx="196903" cy="1261676"/>
          </a:xfrm>
          <a:prstGeom prst="curvedConnector3">
            <a:avLst>
              <a:gd name="adj1" fmla="val 216098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D420F1-B49F-88DE-EEE8-515094E1FF6C}"/>
              </a:ext>
            </a:extLst>
          </p:cNvPr>
          <p:cNvGrpSpPr/>
          <p:nvPr/>
        </p:nvGrpSpPr>
        <p:grpSpPr>
          <a:xfrm>
            <a:off x="7104954" y="3279937"/>
            <a:ext cx="3905795" cy="1028844"/>
            <a:chOff x="996042" y="2857356"/>
            <a:chExt cx="3905795" cy="1028844"/>
          </a:xfrm>
        </p:grpSpPr>
        <p:pic>
          <p:nvPicPr>
            <p:cNvPr id="23" name="Picture 22" descr="A computer code with numbers and symbols&#10;&#10;Description automatically generated">
              <a:extLst>
                <a:ext uri="{FF2B5EF4-FFF2-40B4-BE49-F238E27FC236}">
                  <a16:creationId xmlns:a16="http://schemas.microsoft.com/office/drawing/2014/main" id="{BD81BA2F-7722-3FD1-38DB-2BF612C58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042" y="2857356"/>
              <a:ext cx="3905795" cy="1028844"/>
            </a:xfrm>
            <a:prstGeom prst="rect">
              <a:avLst/>
            </a:prstGeom>
          </p:spPr>
        </p:pic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8EB331D-A74E-DDAE-97AA-A0C61D3C0CF7}"/>
                </a:ext>
              </a:extLst>
            </p:cNvPr>
            <p:cNvSpPr/>
            <p:nvPr/>
          </p:nvSpPr>
          <p:spPr>
            <a:xfrm>
              <a:off x="1143129" y="3059988"/>
              <a:ext cx="2339211" cy="391872"/>
            </a:xfrm>
            <a:prstGeom prst="roundRect">
              <a:avLst/>
            </a:prstGeom>
            <a:noFill/>
            <a:ln w="38100" cap="flat">
              <a:solidFill>
                <a:schemeClr val="accent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6D9656-8FF4-494E-6EDD-C06044362898}"/>
              </a:ext>
            </a:extLst>
          </p:cNvPr>
          <p:cNvGrpSpPr/>
          <p:nvPr/>
        </p:nvGrpSpPr>
        <p:grpSpPr>
          <a:xfrm>
            <a:off x="7884561" y="1945406"/>
            <a:ext cx="2581635" cy="1028844"/>
            <a:chOff x="1597162" y="4434696"/>
            <a:chExt cx="2581635" cy="1028844"/>
          </a:xfrm>
        </p:grpSpPr>
        <p:pic>
          <p:nvPicPr>
            <p:cNvPr id="26" name="Picture 25" descr="A white background with black text&#10;&#10;Description automatically generated">
              <a:extLst>
                <a:ext uri="{FF2B5EF4-FFF2-40B4-BE49-F238E27FC236}">
                  <a16:creationId xmlns:a16="http://schemas.microsoft.com/office/drawing/2014/main" id="{AED3325D-0962-028C-6C65-604BC8FA3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7162" y="4434696"/>
              <a:ext cx="2581635" cy="1028844"/>
            </a:xfrm>
            <a:prstGeom prst="rect">
              <a:avLst/>
            </a:prstGeom>
          </p:spPr>
        </p:pic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1B002B6-A945-702F-193D-19A298003AC8}"/>
                </a:ext>
              </a:extLst>
            </p:cNvPr>
            <p:cNvSpPr/>
            <p:nvPr/>
          </p:nvSpPr>
          <p:spPr>
            <a:xfrm>
              <a:off x="1718373" y="5029200"/>
              <a:ext cx="2404047" cy="243840"/>
            </a:xfrm>
            <a:prstGeom prst="roundRect">
              <a:avLst/>
            </a:prstGeom>
            <a:noFill/>
            <a:ln w="38100" cap="flat">
              <a:solidFill>
                <a:schemeClr val="accent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F80359-A05D-2E31-69D1-E7D5D0C92356}"/>
              </a:ext>
            </a:extLst>
          </p:cNvPr>
          <p:cNvSpPr/>
          <p:nvPr/>
        </p:nvSpPr>
        <p:spPr>
          <a:xfrm>
            <a:off x="7474805" y="5173600"/>
            <a:ext cx="1721031" cy="413502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31898B-9CB0-4842-A35F-F3FE213B25CA}"/>
              </a:ext>
            </a:extLst>
          </p:cNvPr>
          <p:cNvSpPr/>
          <p:nvPr/>
        </p:nvSpPr>
        <p:spPr>
          <a:xfrm>
            <a:off x="7634651" y="5802117"/>
            <a:ext cx="1278294" cy="253324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E047DC3E-727F-3577-3DC2-59DE04653AC5}"/>
              </a:ext>
            </a:extLst>
          </p:cNvPr>
          <p:cNvCxnSpPr>
            <a:cxnSpLocks/>
            <a:stCxn id="57" idx="1"/>
            <a:endCxn id="49" idx="1"/>
          </p:cNvCxnSpPr>
          <p:nvPr/>
        </p:nvCxnSpPr>
        <p:spPr>
          <a:xfrm rot="10800000" flipH="1" flipV="1">
            <a:off x="504246" y="3721504"/>
            <a:ext cx="67123" cy="2140698"/>
          </a:xfrm>
          <a:prstGeom prst="curvedConnector3">
            <a:avLst>
              <a:gd name="adj1" fmla="val -340569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C496CFCC-79A9-16ED-E96B-87768B91267E}"/>
              </a:ext>
            </a:extLst>
          </p:cNvPr>
          <p:cNvCxnSpPr>
            <a:cxnSpLocks/>
            <a:stCxn id="29" idx="3"/>
            <a:endCxn id="27" idx="3"/>
          </p:cNvCxnSpPr>
          <p:nvPr/>
        </p:nvCxnSpPr>
        <p:spPr>
          <a:xfrm flipV="1">
            <a:off x="8912945" y="2661830"/>
            <a:ext cx="1496874" cy="3266949"/>
          </a:xfrm>
          <a:prstGeom prst="curvedConnector3">
            <a:avLst>
              <a:gd name="adj1" fmla="val 164590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62D7386-0BC8-0132-C9D1-5471CF0B339B}"/>
              </a:ext>
            </a:extLst>
          </p:cNvPr>
          <p:cNvSpPr txBox="1"/>
          <p:nvPr/>
        </p:nvSpPr>
        <p:spPr>
          <a:xfrm>
            <a:off x="9698357" y="3375457"/>
            <a:ext cx="767839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(again)</a:t>
            </a:r>
          </a:p>
        </p:txBody>
      </p:sp>
      <p:pic>
        <p:nvPicPr>
          <p:cNvPr id="40" name="Picture 39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00574BC-81B1-0BF3-4B9A-BAD7B33F06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70" y="3049580"/>
            <a:ext cx="5658640" cy="1762371"/>
          </a:xfrm>
          <a:prstGeom prst="rect">
            <a:avLst/>
          </a:prstGeom>
        </p:spPr>
      </p:pic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F2913DE3-0170-B4BD-5F8D-658BD6956217}"/>
              </a:ext>
            </a:extLst>
          </p:cNvPr>
          <p:cNvCxnSpPr>
            <a:cxnSpLocks/>
            <a:stCxn id="10" idx="1"/>
            <a:endCxn id="57" idx="1"/>
          </p:cNvCxnSpPr>
          <p:nvPr/>
        </p:nvCxnSpPr>
        <p:spPr>
          <a:xfrm rot="10800000" flipV="1">
            <a:off x="504248" y="2176204"/>
            <a:ext cx="196903" cy="1545300"/>
          </a:xfrm>
          <a:prstGeom prst="curvedConnector3">
            <a:avLst>
              <a:gd name="adj1" fmla="val 216098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9" name="Picture 48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D9FC55B8-540F-1140-1053-049965BB84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70" y="4866404"/>
            <a:ext cx="4938068" cy="1991596"/>
          </a:xfrm>
          <a:prstGeom prst="rect">
            <a:avLst/>
          </a:prstGeom>
        </p:spPr>
      </p:pic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9B983FD3-29BE-A3FE-8E3A-AE309BAE910E}"/>
              </a:ext>
            </a:extLst>
          </p:cNvPr>
          <p:cNvCxnSpPr>
            <a:cxnSpLocks/>
            <a:stCxn id="28" idx="3"/>
            <a:endCxn id="24" idx="3"/>
          </p:cNvCxnSpPr>
          <p:nvPr/>
        </p:nvCxnSpPr>
        <p:spPr>
          <a:xfrm flipV="1">
            <a:off x="9195836" y="3678505"/>
            <a:ext cx="395416" cy="1701846"/>
          </a:xfrm>
          <a:prstGeom prst="curvedConnector3">
            <a:avLst>
              <a:gd name="adj1" fmla="val 333903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2EDFCED-FAA5-6F1E-8C3F-124771A5AB57}"/>
              </a:ext>
            </a:extLst>
          </p:cNvPr>
          <p:cNvSpPr/>
          <p:nvPr/>
        </p:nvSpPr>
        <p:spPr>
          <a:xfrm>
            <a:off x="504247" y="3529346"/>
            <a:ext cx="5005192" cy="384316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DBA9A56-94B8-2EB5-E72C-A72F1F8DA273}"/>
              </a:ext>
            </a:extLst>
          </p:cNvPr>
          <p:cNvSpPr/>
          <p:nvPr/>
        </p:nvSpPr>
        <p:spPr>
          <a:xfrm>
            <a:off x="759576" y="5414413"/>
            <a:ext cx="3758636" cy="279998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36B2C98D-D036-6723-5087-2A367EDEA878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4518212" y="4736169"/>
            <a:ext cx="2881153" cy="818243"/>
          </a:xfrm>
          <a:prstGeom prst="curvedConnector3">
            <a:avLst>
              <a:gd name="adj1" fmla="val 80244"/>
            </a:avLst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5745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Ongoing Optimization (root cause)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08016"/>
            <a:ext cx="11010900" cy="49403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Identified issues: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b="1" dirty="0" err="1"/>
              <a:t>type_t</a:t>
            </a:r>
            <a:r>
              <a:rPr lang="en-US" b="1" dirty="0"/>
              <a:t>::items </a:t>
            </a:r>
            <a:r>
              <a:rPr lang="en-US" dirty="0"/>
              <a:t>was accessed by all the threads simultaneously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b="1" dirty="0" err="1"/>
              <a:t>shard_t</a:t>
            </a:r>
            <a:r>
              <a:rPr lang="en-US" b="1" dirty="0"/>
              <a:t> </a:t>
            </a:r>
            <a:r>
              <a:rPr lang="en-US" dirty="0"/>
              <a:t>looked to be sharded by threads, but: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028EB4-2459-1C70-7692-8E13CA3F12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2" t="10753" b="-1"/>
          <a:stretch/>
        </p:blipFill>
        <p:spPr>
          <a:xfrm>
            <a:off x="1200750" y="2814498"/>
            <a:ext cx="3168515" cy="225363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9B3FB0-6D5F-CCF1-F997-0EA76D626F69}"/>
              </a:ext>
            </a:extLst>
          </p:cNvPr>
          <p:cNvSpPr/>
          <p:nvPr/>
        </p:nvSpPr>
        <p:spPr>
          <a:xfrm>
            <a:off x="1249868" y="3206270"/>
            <a:ext cx="2606806" cy="258184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1" name="Picture 10" descr="A computer code with text&#10;&#10;Description automatically generated">
            <a:extLst>
              <a:ext uri="{FF2B5EF4-FFF2-40B4-BE49-F238E27FC236}">
                <a16:creationId xmlns:a16="http://schemas.microsoft.com/office/drawing/2014/main" id="{70152BBF-C839-2C33-F8C8-5056BD24A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51" y="5186462"/>
            <a:ext cx="4965042" cy="145806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AB4A55-42E0-256F-05BB-E91BF718356D}"/>
              </a:ext>
            </a:extLst>
          </p:cNvPr>
          <p:cNvSpPr/>
          <p:nvPr/>
        </p:nvSpPr>
        <p:spPr>
          <a:xfrm>
            <a:off x="419869" y="5793888"/>
            <a:ext cx="2635303" cy="208879"/>
          </a:xfrm>
          <a:prstGeom prst="roundRect">
            <a:avLst/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4" name="Picture 1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3200CC4-2BD8-09D1-FF90-024B4050BE4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9" t="5648"/>
          <a:stretch/>
        </p:blipFill>
        <p:spPr>
          <a:xfrm>
            <a:off x="6055187" y="2957073"/>
            <a:ext cx="4518212" cy="339101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D8CF81-2F6E-27A1-32AF-967F6B3DB3BA}"/>
              </a:ext>
            </a:extLst>
          </p:cNvPr>
          <p:cNvSpPr/>
          <p:nvPr/>
        </p:nvSpPr>
        <p:spPr>
          <a:xfrm>
            <a:off x="9715853" y="2957073"/>
            <a:ext cx="857546" cy="3391011"/>
          </a:xfrm>
          <a:prstGeom prst="roundRect">
            <a:avLst>
              <a:gd name="adj" fmla="val 5878"/>
            </a:avLst>
          </a:prstGeom>
          <a:noFill/>
          <a:ln w="381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4E12445-C078-1F6B-D0C2-438D447CF3A9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731520" y="3335362"/>
            <a:ext cx="518348" cy="1851100"/>
          </a:xfrm>
          <a:prstGeom prst="curvedConnector2">
            <a:avLst/>
          </a:prstGeom>
          <a:noFill/>
          <a:ln w="25400" cap="flat">
            <a:solidFill>
              <a:srgbClr val="FF0000"/>
            </a:solidFill>
            <a:prstDash val="sysDash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A1F6024-49CA-680D-7E7D-DE470B5EBBE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055172" y="5863615"/>
            <a:ext cx="2934567" cy="34713"/>
          </a:xfrm>
          <a:prstGeom prst="curvedConnector3">
            <a:avLst>
              <a:gd name="adj1" fmla="val 50000"/>
            </a:avLst>
          </a:prstGeom>
          <a:noFill/>
          <a:ln w="25400" cap="flat">
            <a:solidFill>
              <a:srgbClr val="FF0000"/>
            </a:solidFill>
            <a:prstDash val="sysDash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0F0D27E-3A6B-6790-51AF-1921A4EBF3A7}"/>
              </a:ext>
            </a:extLst>
          </p:cNvPr>
          <p:cNvSpPr txBox="1"/>
          <p:nvPr/>
        </p:nvSpPr>
        <p:spPr>
          <a:xfrm>
            <a:off x="9492023" y="2587741"/>
            <a:ext cx="142346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7C8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Collisions!</a:t>
            </a:r>
          </a:p>
        </p:txBody>
      </p:sp>
    </p:spTree>
    <p:extLst>
      <p:ext uri="{BB962C8B-B14F-4D97-AF65-F5344CB8AC3E}">
        <p14:creationId xmlns:p14="http://schemas.microsoft.com/office/powerpoint/2010/main" val="215012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Ongoing Optimization (results)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08016"/>
            <a:ext cx="11010900" cy="4940385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https://github.com/ceph/ceph/pull/53130</a:t>
            </a:r>
            <a:r>
              <a:rPr lang="en-US" dirty="0"/>
              <a:t>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b="1" dirty="0" err="1"/>
              <a:t>type_t</a:t>
            </a:r>
            <a:r>
              <a:rPr lang="en-US" b="1" dirty="0"/>
              <a:t>::items </a:t>
            </a:r>
            <a:r>
              <a:rPr lang="en-US" dirty="0"/>
              <a:t>to become sharded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change</a:t>
            </a:r>
            <a:r>
              <a:rPr lang="en-US" b="1" dirty="0"/>
              <a:t> </a:t>
            </a:r>
            <a:r>
              <a:rPr lang="en-US" b="1" dirty="0" err="1"/>
              <a:t>pthread_self</a:t>
            </a:r>
            <a:r>
              <a:rPr lang="en-US" b="1" dirty="0"/>
              <a:t>() </a:t>
            </a:r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b="1" dirty="0" err="1"/>
              <a:t>sched_getcpu</a:t>
            </a:r>
            <a:r>
              <a:rPr lang="en-US" b="1" dirty="0"/>
              <a:t>()</a:t>
            </a:r>
            <a:endParaRPr lang="en-US" dirty="0"/>
          </a:p>
        </p:txBody>
      </p:sp>
      <p:pic>
        <p:nvPicPr>
          <p:cNvPr id="6" name="Picture 5" descr="A graph with blue lines&#10;&#10;Description automatically generated">
            <a:extLst>
              <a:ext uri="{FF2B5EF4-FFF2-40B4-BE49-F238E27FC236}">
                <a16:creationId xmlns:a16="http://schemas.microsoft.com/office/drawing/2014/main" id="{0B9557B0-055D-2563-B9B9-0E4CF703DB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1" b="1147"/>
          <a:stretch/>
        </p:blipFill>
        <p:spPr>
          <a:xfrm>
            <a:off x="2293794" y="2848585"/>
            <a:ext cx="6193989" cy="351990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3904F2-3F27-6A06-195E-A26B4466F230}"/>
              </a:ext>
            </a:extLst>
          </p:cNvPr>
          <p:cNvSpPr/>
          <p:nvPr/>
        </p:nvSpPr>
        <p:spPr>
          <a:xfrm>
            <a:off x="5318627" y="3896148"/>
            <a:ext cx="1368829" cy="317818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IOPS ~1.8x better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3F455411-9C2A-F239-7E51-00FF2DA70665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6775949" y="2872803"/>
            <a:ext cx="250438" cy="1796252"/>
          </a:xfrm>
          <a:prstGeom prst="curvedConnector2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10A9AE3-FBBC-E92B-E9C6-B5A1D71114FF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6347575" y="3869433"/>
            <a:ext cx="418701" cy="1107766"/>
          </a:xfrm>
          <a:prstGeom prst="curvedConnector2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2109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Crimson</a:t>
            </a:r>
            <a:r>
              <a:rPr lang="en-US" dirty="0"/>
              <a:t> design goal is proved to be achieved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08016"/>
            <a:ext cx="11010900" cy="494038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Crimson Messenger </a:t>
            </a:r>
            <a:r>
              <a:rPr lang="en-US" sz="2000" dirty="0"/>
              <a:t>hotspot pattern was consistent from 1 to 140 cores</a:t>
            </a:r>
          </a:p>
          <a:p>
            <a:r>
              <a:rPr lang="en-US" altLang="zh-CN" sz="2000" dirty="0"/>
              <a:t>Each thread </a:t>
            </a:r>
            <a:r>
              <a:rPr lang="en-US" sz="2000" dirty="0"/>
              <a:t>worked independently in the I/O path due to the </a:t>
            </a:r>
            <a:r>
              <a:rPr lang="en-US" sz="2000" b="1" dirty="0">
                <a:solidFill>
                  <a:schemeClr val="accent2"/>
                </a:solidFill>
              </a:rPr>
              <a:t>shared-nothing design</a:t>
            </a:r>
          </a:p>
        </p:txBody>
      </p:sp>
      <p:pic>
        <p:nvPicPr>
          <p:cNvPr id="13" name="Picture 12" descr="A computer screen with white lines&#10;&#10;Description automatically generated">
            <a:extLst>
              <a:ext uri="{FF2B5EF4-FFF2-40B4-BE49-F238E27FC236}">
                <a16:creationId xmlns:a16="http://schemas.microsoft.com/office/drawing/2014/main" id="{3CD37390-1123-2A51-5651-32EAA4928C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t="1" r="70198" b="48793"/>
          <a:stretch/>
        </p:blipFill>
        <p:spPr>
          <a:xfrm>
            <a:off x="6206318" y="2558135"/>
            <a:ext cx="5237558" cy="3609851"/>
          </a:xfrm>
          <a:prstGeom prst="rect">
            <a:avLst/>
          </a:prstGeom>
        </p:spPr>
      </p:pic>
      <p:pic>
        <p:nvPicPr>
          <p:cNvPr id="21" name="Picture 20" descr="A screen shot of a computer&#10;&#10;Description automatically generated">
            <a:extLst>
              <a:ext uri="{FF2B5EF4-FFF2-40B4-BE49-F238E27FC236}">
                <a16:creationId xmlns:a16="http://schemas.microsoft.com/office/drawing/2014/main" id="{1CD79FB8-77D5-7995-446F-18088B306F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584" b="51222"/>
          <a:stretch/>
        </p:blipFill>
        <p:spPr>
          <a:xfrm>
            <a:off x="504284" y="2558136"/>
            <a:ext cx="5251345" cy="36098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86B0D0F-3A67-34E8-DE5C-43649FB184FA}"/>
              </a:ext>
            </a:extLst>
          </p:cNvPr>
          <p:cNvSpPr txBox="1"/>
          <p:nvPr/>
        </p:nvSpPr>
        <p:spPr>
          <a:xfrm>
            <a:off x="460611" y="2195997"/>
            <a:ext cx="86722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 core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0A1196-3078-505E-0134-9FB8012A3A61}"/>
              </a:ext>
            </a:extLst>
          </p:cNvPr>
          <p:cNvSpPr txBox="1"/>
          <p:nvPr/>
        </p:nvSpPr>
        <p:spPr>
          <a:xfrm>
            <a:off x="6206318" y="2195997"/>
            <a:ext cx="137537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</a:rPr>
              <a:t>140 cores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8891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 dirty="0"/>
              <a:t>Shared-nothing, run-to-completion, one-thread-per-core models can essentially address the performance issue about core scalability.</a:t>
            </a:r>
          </a:p>
          <a:p>
            <a:r>
              <a:rPr lang="en-US" dirty="0"/>
              <a:t>The ideal performance-core-scaling property is challenging to be achieved.</a:t>
            </a:r>
          </a:p>
          <a:p>
            <a:r>
              <a:rPr lang="en-US" dirty="0"/>
              <a:t>Software redesign can contribute to performance greatly; however, the decision should be discreet due to the potential efforts.</a:t>
            </a:r>
          </a:p>
        </p:txBody>
      </p:sp>
    </p:spTree>
    <p:extLst>
      <p:ext uri="{BB962C8B-B14F-4D97-AF65-F5344CB8AC3E}">
        <p14:creationId xmlns:p14="http://schemas.microsoft.com/office/powerpoint/2010/main" val="1484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benchmark, apple-to-apple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08016"/>
            <a:ext cx="11010900" cy="51389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Messenger V2 Protocol: </a:t>
            </a:r>
            <a:r>
              <a:rPr lang="en-US" sz="2100" u="sng" dirty="0"/>
              <a:t>https://docs.ceph.com/en/latest/rados/configuration/msgr2/</a:t>
            </a:r>
          </a:p>
          <a:p>
            <a:r>
              <a:rPr lang="en-US" b="1" dirty="0">
                <a:solidFill>
                  <a:schemeClr val="accent4"/>
                </a:solidFill>
              </a:rPr>
              <a:t>Async Messenger (REF)</a:t>
            </a:r>
            <a:r>
              <a:rPr lang="en-US" dirty="0"/>
              <a:t>:</a:t>
            </a:r>
            <a:endParaRPr lang="en-US" sz="1600" dirty="0"/>
          </a:p>
          <a:p>
            <a:pPr lvl="1"/>
            <a:r>
              <a:rPr lang="en-US" dirty="0"/>
              <a:t>As test server: </a:t>
            </a:r>
            <a:r>
              <a:rPr lang="en-US" sz="2000" u="sng" dirty="0"/>
              <a:t>https://github.com/ceph/ceph/blob/main/src/crimson/tools/perf_async_msgr.cc</a:t>
            </a:r>
          </a:p>
          <a:p>
            <a:pPr lvl="1"/>
            <a:r>
              <a:rPr lang="en-US" dirty="0"/>
              <a:t>1~140 cores, threads = cores * 1.5</a:t>
            </a:r>
          </a:p>
          <a:p>
            <a:r>
              <a:rPr lang="en-US" b="1" dirty="0">
                <a:solidFill>
                  <a:schemeClr val="accent2"/>
                </a:solidFill>
              </a:rPr>
              <a:t>Crimson Messenger (OPT)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 test server: </a:t>
            </a:r>
            <a:r>
              <a:rPr lang="en-US" sz="2000" u="sng" dirty="0"/>
              <a:t>https://github.com/ceph/ceph/blob/main/src/crimson/tools/perf_crimson_msgr.cc</a:t>
            </a:r>
            <a:r>
              <a:rPr lang="en-US" sz="2000" dirty="0"/>
              <a:t> (server mode)</a:t>
            </a:r>
          </a:p>
          <a:p>
            <a:pPr lvl="1"/>
            <a:r>
              <a:rPr lang="en-US" dirty="0"/>
              <a:t>1~140 cores, one-thread-per-core model (threads = cores)</a:t>
            </a:r>
          </a:p>
          <a:p>
            <a:r>
              <a:rPr lang="en-US" dirty="0"/>
              <a:t>Test Client:</a:t>
            </a:r>
            <a:endParaRPr lang="en-US" sz="1600" dirty="0"/>
          </a:p>
          <a:p>
            <a:pPr lvl="1"/>
            <a:r>
              <a:rPr lang="en-US" sz="2000" u="sng" dirty="0"/>
              <a:t>https://github.com/ceph/ceph/blob/main/src/crimson/tools/perf_crimson_msgr.cc</a:t>
            </a:r>
            <a:r>
              <a:rPr lang="en-US" sz="2000" dirty="0"/>
              <a:t> (client mode)</a:t>
            </a:r>
          </a:p>
          <a:p>
            <a:pPr lvl="1"/>
            <a:r>
              <a:rPr lang="en-US" dirty="0"/>
              <a:t>Running in another CPU socket; Client cores &gt;= Server cores</a:t>
            </a:r>
          </a:p>
          <a:p>
            <a:pPr lvl="1"/>
            <a:r>
              <a:rPr lang="en-US" dirty="0"/>
              <a:t>Client connections = Client cores * 2; IO depth = 512 per connection; Roundtrip</a:t>
            </a:r>
          </a:p>
          <a:p>
            <a:pPr lvl="1"/>
            <a:r>
              <a:rPr lang="en-US" dirty="0"/>
              <a:t>4K payload; Ramp up 5 seconds; Run 10 seconds</a:t>
            </a:r>
          </a:p>
          <a:p>
            <a:pPr lvl="1"/>
            <a:r>
              <a:rPr lang="en-US" dirty="0"/>
              <a:t>Metric: IO per second (throughput)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11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Keep refining Ceph infrastructure implementations to be crimson compatible.</a:t>
            </a:r>
          </a:p>
          <a:p>
            <a:r>
              <a:rPr lang="en-US" sz="2400" dirty="0"/>
              <a:t>Work with Ceph Community on Crimson OSD logic.</a:t>
            </a:r>
          </a:p>
          <a:p>
            <a:r>
              <a:rPr lang="en-US" sz="2400" dirty="0" err="1"/>
              <a:t>SeaStore</a:t>
            </a:r>
            <a:r>
              <a:rPr lang="en-US" sz="2400" dirty="0"/>
              <a:t>: the storage engine for Crimson OSD.</a:t>
            </a:r>
          </a:p>
        </p:txBody>
      </p:sp>
    </p:spTree>
    <p:extLst>
      <p:ext uri="{BB962C8B-B14F-4D97-AF65-F5344CB8AC3E}">
        <p14:creationId xmlns:p14="http://schemas.microsoft.com/office/powerpoint/2010/main" val="254431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014A-55AB-4347-85DE-2BBBBE85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More 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E33A-C54B-4B20-8C08-D0ADB8B0D963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 dirty="0"/>
              <a:t>Ceph Blog:                           </a:t>
            </a:r>
            <a:r>
              <a:rPr lang="en-US" sz="1600" u="sng" dirty="0"/>
              <a:t>https://ceph.com/en/news/blog/2023/crimson-multi-core-scalability/</a:t>
            </a:r>
          </a:p>
          <a:p>
            <a:r>
              <a:rPr lang="en-US" dirty="0"/>
              <a:t>Project documentation:    </a:t>
            </a:r>
            <a:r>
              <a:rPr lang="en-US" sz="1600" u="sng" dirty="0"/>
              <a:t>https://docs.ceph.com/en/latest/dev/crimson/</a:t>
            </a:r>
          </a:p>
          <a:p>
            <a:r>
              <a:rPr lang="en-US" dirty="0"/>
              <a:t>Introduction:                       </a:t>
            </a:r>
            <a:r>
              <a:rPr lang="en-US" sz="1600" u="sng" dirty="0"/>
              <a:t>https://www.youtube.com/watch?v=vc5w2mn93cY </a:t>
            </a:r>
          </a:p>
          <a:p>
            <a:r>
              <a:rPr lang="en-US" dirty="0"/>
              <a:t>Crimson codebase:            </a:t>
            </a:r>
            <a:r>
              <a:rPr lang="en-US" sz="1600" u="sng" dirty="0"/>
              <a:t>https://github.com/ceph/ceph/tree/master/src/crimson </a:t>
            </a:r>
          </a:p>
          <a:p>
            <a:r>
              <a:rPr lang="en-US" dirty="0"/>
              <a:t>Discussions:                        </a:t>
            </a:r>
            <a:r>
              <a:rPr lang="en-US" sz="1600" u="sng" dirty="0"/>
              <a:t>https://pad.ceph.com/p/crimson-weekly-meeting </a:t>
            </a:r>
          </a:p>
          <a:p>
            <a:r>
              <a:rPr lang="en-US" dirty="0"/>
              <a:t>Pull requests:                      </a:t>
            </a:r>
            <a:r>
              <a:rPr lang="en-US" sz="1600" u="sng" dirty="0"/>
              <a:t>https://github.com/issues?q=is%3Apr+label%3Acrimson</a:t>
            </a:r>
          </a:p>
        </p:txBody>
      </p:sp>
    </p:spTree>
    <p:extLst>
      <p:ext uri="{BB962C8B-B14F-4D97-AF65-F5344CB8AC3E}">
        <p14:creationId xmlns:p14="http://schemas.microsoft.com/office/powerpoint/2010/main" val="373225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5B797-B896-D307-45F2-2317346F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86278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Custom 1">
      <a:dk1>
        <a:srgbClr val="FFFFFF"/>
      </a:dk1>
      <a:lt1>
        <a:srgbClr val="000000"/>
      </a:lt1>
      <a:dk2>
        <a:srgbClr val="525252"/>
      </a:dk2>
      <a:lt2>
        <a:srgbClr val="004A86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ntel_Internal _PPT_Template_Final_Blue.pptx" id="{8750B7C5-7717-4CC8-AC27-783A0E1BA29E}" vid="{6C183B76-2606-423B-9002-A64FA49A0906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c7c1604-26f5-479c-bcd2-2e71d15778bf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016B4D1142C499913F32C5E939B32" ma:contentTypeVersion="17" ma:contentTypeDescription="Create a new document." ma:contentTypeScope="" ma:versionID="71871c761b2db2c7c71d4808d8b8f1fd">
  <xsd:schema xmlns:xsd="http://www.w3.org/2001/XMLSchema" xmlns:xs="http://www.w3.org/2001/XMLSchema" xmlns:p="http://schemas.microsoft.com/office/2006/metadata/properties" xmlns:ns2="6c7c1604-26f5-479c-bcd2-2e71d15778bf" xmlns:ns3="3ff1c639-e1e0-4595-854e-aede45699143" xmlns:ns4="a7bc6c04-a6f3-4b85-abcc-278c78dc556b" targetNamespace="http://schemas.microsoft.com/office/2006/metadata/properties" ma:root="true" ma:fieldsID="5436d3c0eab6e5541cfa27ada038ca7e" ns2:_="" ns3:_="" ns4:_="">
    <xsd:import namespace="6c7c1604-26f5-479c-bcd2-2e71d15778bf"/>
    <xsd:import namespace="3ff1c639-e1e0-4595-854e-aede45699143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LengthInSecond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7c1604-26f5-479c-bcd2-2e71d15778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f1c639-e1e0-4595-854e-aede4569914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0c91e12b-8d9f-40c7-95b8-2ba9c39a740b}" ma:internalName="TaxCatchAll" ma:showField="CatchAllData" ma:web="3ff1c639-e1e0-4595-854e-aede456991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3ED84F-6B91-4310-AFAE-A1F2388C37CA}">
  <ds:schemaRefs>
    <ds:schemaRef ds:uri="96e2f25c-537a-4a0c-91fb-0331a5612536"/>
    <ds:schemaRef ds:uri="f66673be-3b20-4ac8-ba7c-00310aa8f62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c7c1604-26f5-479c-bcd2-2e71d15778bf"/>
    <ds:schemaRef ds:uri="a7bc6c04-a6f3-4b85-abcc-278c78dc556b"/>
  </ds:schemaRefs>
</ds:datastoreItem>
</file>

<file path=customXml/itemProps2.xml><?xml version="1.0" encoding="utf-8"?>
<ds:datastoreItem xmlns:ds="http://schemas.openxmlformats.org/officeDocument/2006/customXml" ds:itemID="{FD9551CA-1AF3-4755-B64C-6CA58D8F24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7c1604-26f5-479c-bcd2-2e71d15778bf"/>
    <ds:schemaRef ds:uri="3ff1c639-e1e0-4595-854e-aede45699143"/>
    <ds:schemaRef ds:uri="a7bc6c04-a6f3-4b85-abcc-278c78dc55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3A797E-CC7C-4F3F-BB25-AB24C199DA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 for Keynote Speeches</Template>
  <TotalTime>7468</TotalTime>
  <Words>949</Words>
  <Application>Microsoft Office PowerPoint</Application>
  <PresentationFormat>Widescreen</PresentationFormat>
  <Paragraphs>114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Wingdings</vt:lpstr>
      <vt:lpstr>21_BasicWhite</vt:lpstr>
      <vt:lpstr>HCC optimization in Ceph Messenger</vt:lpstr>
      <vt:lpstr>Background</vt:lpstr>
      <vt:lpstr>SRF OnePager – Ceph Async Messenger (REF)</vt:lpstr>
      <vt:lpstr>SRF OnePager – Ceph Crimson Messenger (OPT)</vt:lpstr>
      <vt:lpstr>Design choices Async vs Crimson</vt:lpstr>
      <vt:lpstr>However, the devil is still in the details – Initial results</vt:lpstr>
      <vt:lpstr>Hotspot analysis (1 vs 64 cores, Async vs Crimson)</vt:lpstr>
      <vt:lpstr>The Initial Optimization and Results</vt:lpstr>
      <vt:lpstr>Hotspot analysis after the initial optimization</vt:lpstr>
      <vt:lpstr>The Ongoing Optimization (root cause)</vt:lpstr>
      <vt:lpstr>The Ongoing Optimization (results)</vt:lpstr>
      <vt:lpstr>Crimson design goal is proved to be achieved </vt:lpstr>
      <vt:lpstr>Key Takeaways</vt:lpstr>
      <vt:lpstr>How to benchmark, apple-to-apple</vt:lpstr>
      <vt:lpstr>Next steps</vt:lpstr>
      <vt:lpstr>More resources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Title Text</dc:title>
  <dc:creator>Guo, Wangyang</dc:creator>
  <cp:keywords>CTPClassification=CTP_NT</cp:keywords>
  <cp:lastModifiedBy>Cheng, Yingxin</cp:lastModifiedBy>
  <cp:revision>220</cp:revision>
  <dcterms:created xsi:type="dcterms:W3CDTF">2022-06-06T05:11:10Z</dcterms:created>
  <dcterms:modified xsi:type="dcterms:W3CDTF">2023-09-19T03:18:56Z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974286d5-b26c-40f6-9830-fcc1aeb0e2a3</vt:lpwstr>
  </property>
  <property fmtid="{D5CDD505-2E9C-101B-9397-08002B2CF9AE}" pid="3" name="CTP_TimeStamp">
    <vt:lpwstr>2020-08-18 17:58:45Z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0x010100C0F016B4D1142C499913F32C5E939B32</vt:lpwstr>
  </property>
  <property fmtid="{D5CDD505-2E9C-101B-9397-08002B2CF9AE}" pid="9" name="MediaServiceImageTags">
    <vt:lpwstr/>
  </property>
</Properties>
</file>